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6" r:id="rId2"/>
    <p:sldId id="257" r:id="rId3"/>
    <p:sldId id="258" r:id="rId4"/>
    <p:sldId id="261" r:id="rId5"/>
    <p:sldId id="259"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05"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DEA05D-6CFC-4A02-8F1A-EE887FF90E3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098E6FE8-5D25-4AE0-9E57-469F87169300}">
      <dgm:prSet/>
      <dgm:spPr/>
      <dgm:t>
        <a:bodyPr/>
        <a:lstStyle/>
        <a:p>
          <a:r>
            <a:rPr lang="en-IN" dirty="0"/>
            <a:t>ESP32</a:t>
          </a:r>
        </a:p>
        <a:p>
          <a:r>
            <a:rPr lang="en-IN" dirty="0"/>
            <a:t>(MICRO-CONTROLLER)</a:t>
          </a:r>
          <a:endParaRPr lang="en-US" dirty="0"/>
        </a:p>
      </dgm:t>
    </dgm:pt>
    <dgm:pt modelId="{D220FCB4-028D-4675-993E-55A1E176EBCB}" type="parTrans" cxnId="{E4987052-D7FE-47F8-BC5C-6607C34C1F72}">
      <dgm:prSet/>
      <dgm:spPr/>
      <dgm:t>
        <a:bodyPr/>
        <a:lstStyle/>
        <a:p>
          <a:endParaRPr lang="en-US"/>
        </a:p>
      </dgm:t>
    </dgm:pt>
    <dgm:pt modelId="{B0B65139-D531-4199-AC28-416059792E95}" type="sibTrans" cxnId="{E4987052-D7FE-47F8-BC5C-6607C34C1F72}">
      <dgm:prSet/>
      <dgm:spPr/>
      <dgm:t>
        <a:bodyPr/>
        <a:lstStyle/>
        <a:p>
          <a:endParaRPr lang="en-US"/>
        </a:p>
      </dgm:t>
    </dgm:pt>
    <dgm:pt modelId="{857EB4F9-691C-4A07-9DCC-4256202E6C0B}">
      <dgm:prSet/>
      <dgm:spPr/>
      <dgm:t>
        <a:bodyPr/>
        <a:lstStyle/>
        <a:p>
          <a:r>
            <a:rPr lang="en-IN"/>
            <a:t>Arduino UNO</a:t>
          </a:r>
          <a:endParaRPr lang="en-US"/>
        </a:p>
      </dgm:t>
    </dgm:pt>
    <dgm:pt modelId="{F55EB67B-E651-4913-89D7-999702D23520}" type="parTrans" cxnId="{9571B687-4522-4E65-8CDE-FC1D1DD1049F}">
      <dgm:prSet/>
      <dgm:spPr/>
      <dgm:t>
        <a:bodyPr/>
        <a:lstStyle/>
        <a:p>
          <a:endParaRPr lang="en-US"/>
        </a:p>
      </dgm:t>
    </dgm:pt>
    <dgm:pt modelId="{D4C4D3D5-06C5-456B-914C-9811C18168D3}" type="sibTrans" cxnId="{9571B687-4522-4E65-8CDE-FC1D1DD1049F}">
      <dgm:prSet/>
      <dgm:spPr/>
      <dgm:t>
        <a:bodyPr/>
        <a:lstStyle/>
        <a:p>
          <a:endParaRPr lang="en-US"/>
        </a:p>
      </dgm:t>
    </dgm:pt>
    <dgm:pt modelId="{2F3E6936-A032-4838-879A-59BF3321BE53}">
      <dgm:prSet/>
      <dgm:spPr/>
      <dgm:t>
        <a:bodyPr/>
        <a:lstStyle/>
        <a:p>
          <a:r>
            <a:rPr lang="en-IN"/>
            <a:t>MQ5 (Gas Sensor)</a:t>
          </a:r>
          <a:endParaRPr lang="en-US"/>
        </a:p>
      </dgm:t>
    </dgm:pt>
    <dgm:pt modelId="{6AF2F7BC-A92D-4379-9188-E6D60C0C4FC2}" type="parTrans" cxnId="{FB886C96-73B1-4552-8013-4A4A72446F47}">
      <dgm:prSet/>
      <dgm:spPr/>
      <dgm:t>
        <a:bodyPr/>
        <a:lstStyle/>
        <a:p>
          <a:endParaRPr lang="en-US"/>
        </a:p>
      </dgm:t>
    </dgm:pt>
    <dgm:pt modelId="{D1ACCDEB-36C0-4AF4-A572-79A5A4F8256B}" type="sibTrans" cxnId="{FB886C96-73B1-4552-8013-4A4A72446F47}">
      <dgm:prSet/>
      <dgm:spPr/>
      <dgm:t>
        <a:bodyPr/>
        <a:lstStyle/>
        <a:p>
          <a:endParaRPr lang="en-US"/>
        </a:p>
      </dgm:t>
    </dgm:pt>
    <dgm:pt modelId="{3CDA1C46-18DF-47B8-9F8D-93AB1F2E7C51}">
      <dgm:prSet/>
      <dgm:spPr/>
      <dgm:t>
        <a:bodyPr/>
        <a:lstStyle/>
        <a:p>
          <a:r>
            <a:rPr lang="en-IN"/>
            <a:t>Relay</a:t>
          </a:r>
          <a:endParaRPr lang="en-US"/>
        </a:p>
      </dgm:t>
    </dgm:pt>
    <dgm:pt modelId="{B7BFBB63-393B-423F-ACCE-8CBB1D5C20A8}" type="parTrans" cxnId="{9F8BBCA6-4777-4D71-A309-915494570590}">
      <dgm:prSet/>
      <dgm:spPr/>
      <dgm:t>
        <a:bodyPr/>
        <a:lstStyle/>
        <a:p>
          <a:endParaRPr lang="en-US"/>
        </a:p>
      </dgm:t>
    </dgm:pt>
    <dgm:pt modelId="{719004E6-0FFA-4462-84BF-E0FCD77A9132}" type="sibTrans" cxnId="{9F8BBCA6-4777-4D71-A309-915494570590}">
      <dgm:prSet/>
      <dgm:spPr/>
      <dgm:t>
        <a:bodyPr/>
        <a:lstStyle/>
        <a:p>
          <a:endParaRPr lang="en-US"/>
        </a:p>
      </dgm:t>
    </dgm:pt>
    <dgm:pt modelId="{365B55E2-3D67-4FD4-A708-A399762819C9}">
      <dgm:prSet/>
      <dgm:spPr/>
      <dgm:t>
        <a:bodyPr/>
        <a:lstStyle/>
        <a:p>
          <a:r>
            <a:rPr lang="en-IN"/>
            <a:t>Motion Sensor</a:t>
          </a:r>
          <a:endParaRPr lang="en-US"/>
        </a:p>
      </dgm:t>
    </dgm:pt>
    <dgm:pt modelId="{CB77FDBA-6E00-4FCD-B3B6-E77D56B5361E}" type="parTrans" cxnId="{19ECF75C-9C05-4731-9173-104A064C65A0}">
      <dgm:prSet/>
      <dgm:spPr/>
      <dgm:t>
        <a:bodyPr/>
        <a:lstStyle/>
        <a:p>
          <a:endParaRPr lang="en-US"/>
        </a:p>
      </dgm:t>
    </dgm:pt>
    <dgm:pt modelId="{200E1BF5-329D-4934-8ED8-7558C9529700}" type="sibTrans" cxnId="{19ECF75C-9C05-4731-9173-104A064C65A0}">
      <dgm:prSet/>
      <dgm:spPr/>
      <dgm:t>
        <a:bodyPr/>
        <a:lstStyle/>
        <a:p>
          <a:endParaRPr lang="en-US"/>
        </a:p>
      </dgm:t>
    </dgm:pt>
    <dgm:pt modelId="{633FB0F6-F08E-479B-8B2C-A0BE56F41DDB}">
      <dgm:prSet/>
      <dgm:spPr/>
      <dgm:t>
        <a:bodyPr/>
        <a:lstStyle/>
        <a:p>
          <a:r>
            <a:rPr lang="en-IN"/>
            <a:t>Temperature Sensor(ds18b20)</a:t>
          </a:r>
          <a:endParaRPr lang="en-US"/>
        </a:p>
      </dgm:t>
    </dgm:pt>
    <dgm:pt modelId="{744C77C6-F169-4F6E-8FCB-1D931FE43BFC}" type="parTrans" cxnId="{B7F5D20A-CCD6-47A8-9FA6-3C02CDFA6ABF}">
      <dgm:prSet/>
      <dgm:spPr/>
      <dgm:t>
        <a:bodyPr/>
        <a:lstStyle/>
        <a:p>
          <a:endParaRPr lang="en-US"/>
        </a:p>
      </dgm:t>
    </dgm:pt>
    <dgm:pt modelId="{87229D3E-42FC-42E8-9036-335F7526C115}" type="sibTrans" cxnId="{B7F5D20A-CCD6-47A8-9FA6-3C02CDFA6ABF}">
      <dgm:prSet/>
      <dgm:spPr/>
      <dgm:t>
        <a:bodyPr/>
        <a:lstStyle/>
        <a:p>
          <a:endParaRPr lang="en-US"/>
        </a:p>
      </dgm:t>
    </dgm:pt>
    <dgm:pt modelId="{607C06B9-5B42-4237-80AC-3214C2C0DE57}">
      <dgm:prSet/>
      <dgm:spPr/>
      <dgm:t>
        <a:bodyPr/>
        <a:lstStyle/>
        <a:p>
          <a:r>
            <a:rPr lang="en-IN"/>
            <a:t>Current Sensor(ACS712 – 20A)</a:t>
          </a:r>
          <a:endParaRPr lang="en-US"/>
        </a:p>
      </dgm:t>
    </dgm:pt>
    <dgm:pt modelId="{3FD4922E-57FB-492F-882C-2CEC5CC8E1DE}" type="parTrans" cxnId="{4319DBD3-7374-4BD8-903F-297CA1D8FA51}">
      <dgm:prSet/>
      <dgm:spPr/>
      <dgm:t>
        <a:bodyPr/>
        <a:lstStyle/>
        <a:p>
          <a:endParaRPr lang="en-US"/>
        </a:p>
      </dgm:t>
    </dgm:pt>
    <dgm:pt modelId="{D5566D52-00F5-4394-8374-74D0DC163D9E}" type="sibTrans" cxnId="{4319DBD3-7374-4BD8-903F-297CA1D8FA51}">
      <dgm:prSet/>
      <dgm:spPr/>
      <dgm:t>
        <a:bodyPr/>
        <a:lstStyle/>
        <a:p>
          <a:endParaRPr lang="en-US"/>
        </a:p>
      </dgm:t>
    </dgm:pt>
    <dgm:pt modelId="{F6484E1B-AADA-4C5D-8682-8E54B221CE16}">
      <dgm:prSet/>
      <dgm:spPr/>
      <dgm:t>
        <a:bodyPr/>
        <a:lstStyle/>
        <a:p>
          <a:r>
            <a:rPr lang="en-IN"/>
            <a:t>Servo Motor</a:t>
          </a:r>
          <a:endParaRPr lang="en-US"/>
        </a:p>
      </dgm:t>
    </dgm:pt>
    <dgm:pt modelId="{58EAC850-9B3E-4F77-9805-B545CF6BD932}" type="parTrans" cxnId="{5058CB19-8D97-4BE9-956B-B87DA22ADA75}">
      <dgm:prSet/>
      <dgm:spPr/>
      <dgm:t>
        <a:bodyPr/>
        <a:lstStyle/>
        <a:p>
          <a:endParaRPr lang="en-US"/>
        </a:p>
      </dgm:t>
    </dgm:pt>
    <dgm:pt modelId="{18775FDA-8C2E-4EA6-A8B9-BBDA522A4F03}" type="sibTrans" cxnId="{5058CB19-8D97-4BE9-956B-B87DA22ADA75}">
      <dgm:prSet/>
      <dgm:spPr/>
      <dgm:t>
        <a:bodyPr/>
        <a:lstStyle/>
        <a:p>
          <a:endParaRPr lang="en-US"/>
        </a:p>
      </dgm:t>
    </dgm:pt>
    <dgm:pt modelId="{1546AD4A-95C2-4D52-82E0-8D6A3B22E58B}">
      <dgm:prSet/>
      <dgm:spPr/>
      <dgm:t>
        <a:bodyPr/>
        <a:lstStyle/>
        <a:p>
          <a:r>
            <a:rPr lang="en-IN"/>
            <a:t>Photoresistor</a:t>
          </a:r>
          <a:endParaRPr lang="en-US"/>
        </a:p>
      </dgm:t>
    </dgm:pt>
    <dgm:pt modelId="{0DD176F4-9712-49C9-B27B-15A2948BC86B}" type="parTrans" cxnId="{E903E8CE-C0D8-445C-879B-AD0A3670B09C}">
      <dgm:prSet/>
      <dgm:spPr/>
      <dgm:t>
        <a:bodyPr/>
        <a:lstStyle/>
        <a:p>
          <a:endParaRPr lang="en-US"/>
        </a:p>
      </dgm:t>
    </dgm:pt>
    <dgm:pt modelId="{8D300030-701C-4281-BAFB-0A559E83B33B}" type="sibTrans" cxnId="{E903E8CE-C0D8-445C-879B-AD0A3670B09C}">
      <dgm:prSet/>
      <dgm:spPr/>
      <dgm:t>
        <a:bodyPr/>
        <a:lstStyle/>
        <a:p>
          <a:endParaRPr lang="en-US"/>
        </a:p>
      </dgm:t>
    </dgm:pt>
    <dgm:pt modelId="{CBDEBA6F-A442-456E-8A1C-59C5A1AA59AE}">
      <dgm:prSet/>
      <dgm:spPr/>
      <dgm:t>
        <a:bodyPr/>
        <a:lstStyle/>
        <a:p>
          <a:r>
            <a:rPr lang="en-IN"/>
            <a:t>Buzzer</a:t>
          </a:r>
          <a:endParaRPr lang="en-US"/>
        </a:p>
      </dgm:t>
    </dgm:pt>
    <dgm:pt modelId="{B8B20CC8-3396-4D4E-9051-FF53ACC4A217}" type="parTrans" cxnId="{BBBD2A83-69D9-44F0-BAD8-78B2E1A5A13F}">
      <dgm:prSet/>
      <dgm:spPr/>
      <dgm:t>
        <a:bodyPr/>
        <a:lstStyle/>
        <a:p>
          <a:endParaRPr lang="en-US"/>
        </a:p>
      </dgm:t>
    </dgm:pt>
    <dgm:pt modelId="{93C48844-6EC7-4416-AB9C-233007D81BD6}" type="sibTrans" cxnId="{BBBD2A83-69D9-44F0-BAD8-78B2E1A5A13F}">
      <dgm:prSet/>
      <dgm:spPr/>
      <dgm:t>
        <a:bodyPr/>
        <a:lstStyle/>
        <a:p>
          <a:endParaRPr lang="en-US"/>
        </a:p>
      </dgm:t>
    </dgm:pt>
    <dgm:pt modelId="{4686297A-22E0-42EF-896F-58C6CD80A74A}">
      <dgm:prSet/>
      <dgm:spPr/>
      <dgm:t>
        <a:bodyPr/>
        <a:lstStyle/>
        <a:p>
          <a:r>
            <a:rPr lang="en-IN"/>
            <a:t>Led</a:t>
          </a:r>
          <a:endParaRPr lang="en-US"/>
        </a:p>
      </dgm:t>
    </dgm:pt>
    <dgm:pt modelId="{6C3A90C9-3C70-4EF7-A310-82EB7CD8BE73}" type="parTrans" cxnId="{BC5DAC3C-916A-42B7-B8D4-E3AEE4A65F38}">
      <dgm:prSet/>
      <dgm:spPr/>
      <dgm:t>
        <a:bodyPr/>
        <a:lstStyle/>
        <a:p>
          <a:endParaRPr lang="en-US"/>
        </a:p>
      </dgm:t>
    </dgm:pt>
    <dgm:pt modelId="{20FBFC43-492D-409B-92A4-B00DA7559A28}" type="sibTrans" cxnId="{BC5DAC3C-916A-42B7-B8D4-E3AEE4A65F38}">
      <dgm:prSet/>
      <dgm:spPr/>
      <dgm:t>
        <a:bodyPr/>
        <a:lstStyle/>
        <a:p>
          <a:endParaRPr lang="en-US"/>
        </a:p>
      </dgm:t>
    </dgm:pt>
    <dgm:pt modelId="{020C1796-11E1-4E89-943A-FC8A7F133DB5}">
      <dgm:prSet/>
      <dgm:spPr/>
      <dgm:t>
        <a:bodyPr/>
        <a:lstStyle/>
        <a:p>
          <a:r>
            <a:rPr lang="en-IN"/>
            <a:t>5v Fan</a:t>
          </a:r>
          <a:endParaRPr lang="en-US"/>
        </a:p>
      </dgm:t>
    </dgm:pt>
    <dgm:pt modelId="{1EB936A9-708C-40CF-ACA8-956A27417FA3}" type="parTrans" cxnId="{285D3E71-4DAD-43A0-837E-399B1B4B5794}">
      <dgm:prSet/>
      <dgm:spPr/>
      <dgm:t>
        <a:bodyPr/>
        <a:lstStyle/>
        <a:p>
          <a:endParaRPr lang="en-US"/>
        </a:p>
      </dgm:t>
    </dgm:pt>
    <dgm:pt modelId="{F1FBE207-EBB4-4419-8A31-484872221FB2}" type="sibTrans" cxnId="{285D3E71-4DAD-43A0-837E-399B1B4B5794}">
      <dgm:prSet/>
      <dgm:spPr/>
      <dgm:t>
        <a:bodyPr/>
        <a:lstStyle/>
        <a:p>
          <a:endParaRPr lang="en-US"/>
        </a:p>
      </dgm:t>
    </dgm:pt>
    <dgm:pt modelId="{1E6AF47F-A36D-4B83-B069-C4E015B8752A}">
      <dgm:prSet/>
      <dgm:spPr/>
      <dgm:t>
        <a:bodyPr/>
        <a:lstStyle/>
        <a:p>
          <a:r>
            <a:rPr lang="en-IN"/>
            <a:t>Bulb</a:t>
          </a:r>
          <a:endParaRPr lang="en-US"/>
        </a:p>
      </dgm:t>
    </dgm:pt>
    <dgm:pt modelId="{E242259E-82B2-4E3F-A1E8-9A5C3869302E}" type="parTrans" cxnId="{1A036383-4136-4DFB-8ADA-8F773601E905}">
      <dgm:prSet/>
      <dgm:spPr/>
      <dgm:t>
        <a:bodyPr/>
        <a:lstStyle/>
        <a:p>
          <a:endParaRPr lang="en-US"/>
        </a:p>
      </dgm:t>
    </dgm:pt>
    <dgm:pt modelId="{E2F17EC3-B65D-4B20-8F72-D7CE369AFF9C}" type="sibTrans" cxnId="{1A036383-4136-4DFB-8ADA-8F773601E905}">
      <dgm:prSet/>
      <dgm:spPr/>
      <dgm:t>
        <a:bodyPr/>
        <a:lstStyle/>
        <a:p>
          <a:endParaRPr lang="en-US"/>
        </a:p>
      </dgm:t>
    </dgm:pt>
    <dgm:pt modelId="{497590ED-222A-403A-8291-6C868C2AB51A}" type="pres">
      <dgm:prSet presAssocID="{1BDEA05D-6CFC-4A02-8F1A-EE887FF90E39}" presName="diagram" presStyleCnt="0">
        <dgm:presLayoutVars>
          <dgm:dir/>
          <dgm:resizeHandles val="exact"/>
        </dgm:presLayoutVars>
      </dgm:prSet>
      <dgm:spPr/>
    </dgm:pt>
    <dgm:pt modelId="{1818E024-77F2-4543-83DE-AE52E0F2887B}" type="pres">
      <dgm:prSet presAssocID="{098E6FE8-5D25-4AE0-9E57-469F87169300}" presName="node" presStyleLbl="node1" presStyleIdx="0" presStyleCnt="13">
        <dgm:presLayoutVars>
          <dgm:bulletEnabled val="1"/>
        </dgm:presLayoutVars>
      </dgm:prSet>
      <dgm:spPr/>
    </dgm:pt>
    <dgm:pt modelId="{5E7E886F-D952-4548-9E64-DBAFDF7E9953}" type="pres">
      <dgm:prSet presAssocID="{B0B65139-D531-4199-AC28-416059792E95}" presName="sibTrans" presStyleCnt="0"/>
      <dgm:spPr/>
    </dgm:pt>
    <dgm:pt modelId="{50D0AA3D-B5BB-4B4A-B07B-C8EF70A21779}" type="pres">
      <dgm:prSet presAssocID="{857EB4F9-691C-4A07-9DCC-4256202E6C0B}" presName="node" presStyleLbl="node1" presStyleIdx="1" presStyleCnt="13">
        <dgm:presLayoutVars>
          <dgm:bulletEnabled val="1"/>
        </dgm:presLayoutVars>
      </dgm:prSet>
      <dgm:spPr/>
    </dgm:pt>
    <dgm:pt modelId="{14F920FF-25BD-4680-8266-34C8D37944FE}" type="pres">
      <dgm:prSet presAssocID="{D4C4D3D5-06C5-456B-914C-9811C18168D3}" presName="sibTrans" presStyleCnt="0"/>
      <dgm:spPr/>
    </dgm:pt>
    <dgm:pt modelId="{10A08BE7-59D4-4E2F-AAB2-7CDB0221B852}" type="pres">
      <dgm:prSet presAssocID="{2F3E6936-A032-4838-879A-59BF3321BE53}" presName="node" presStyleLbl="node1" presStyleIdx="2" presStyleCnt="13">
        <dgm:presLayoutVars>
          <dgm:bulletEnabled val="1"/>
        </dgm:presLayoutVars>
      </dgm:prSet>
      <dgm:spPr/>
    </dgm:pt>
    <dgm:pt modelId="{C457D2C0-6D24-4B02-8439-8858CA044280}" type="pres">
      <dgm:prSet presAssocID="{D1ACCDEB-36C0-4AF4-A572-79A5A4F8256B}" presName="sibTrans" presStyleCnt="0"/>
      <dgm:spPr/>
    </dgm:pt>
    <dgm:pt modelId="{4F2BE785-4F22-4649-AD34-7079A1D69E47}" type="pres">
      <dgm:prSet presAssocID="{3CDA1C46-18DF-47B8-9F8D-93AB1F2E7C51}" presName="node" presStyleLbl="node1" presStyleIdx="3" presStyleCnt="13">
        <dgm:presLayoutVars>
          <dgm:bulletEnabled val="1"/>
        </dgm:presLayoutVars>
      </dgm:prSet>
      <dgm:spPr/>
    </dgm:pt>
    <dgm:pt modelId="{6DFDB06A-649F-4F50-A9F4-87C0979435E4}" type="pres">
      <dgm:prSet presAssocID="{719004E6-0FFA-4462-84BF-E0FCD77A9132}" presName="sibTrans" presStyleCnt="0"/>
      <dgm:spPr/>
    </dgm:pt>
    <dgm:pt modelId="{D8021F71-ABDE-4DC7-9610-86ED803830CA}" type="pres">
      <dgm:prSet presAssocID="{365B55E2-3D67-4FD4-A708-A399762819C9}" presName="node" presStyleLbl="node1" presStyleIdx="4" presStyleCnt="13">
        <dgm:presLayoutVars>
          <dgm:bulletEnabled val="1"/>
        </dgm:presLayoutVars>
      </dgm:prSet>
      <dgm:spPr/>
    </dgm:pt>
    <dgm:pt modelId="{C5856291-664E-48F3-9ECA-744D95E1C140}" type="pres">
      <dgm:prSet presAssocID="{200E1BF5-329D-4934-8ED8-7558C9529700}" presName="sibTrans" presStyleCnt="0"/>
      <dgm:spPr/>
    </dgm:pt>
    <dgm:pt modelId="{96D6D87F-ED7D-4BDB-882E-E9ED813A32BE}" type="pres">
      <dgm:prSet presAssocID="{633FB0F6-F08E-479B-8B2C-A0BE56F41DDB}" presName="node" presStyleLbl="node1" presStyleIdx="5" presStyleCnt="13">
        <dgm:presLayoutVars>
          <dgm:bulletEnabled val="1"/>
        </dgm:presLayoutVars>
      </dgm:prSet>
      <dgm:spPr/>
    </dgm:pt>
    <dgm:pt modelId="{966702CA-2C6F-4505-9F16-93FA415FD3DC}" type="pres">
      <dgm:prSet presAssocID="{87229D3E-42FC-42E8-9036-335F7526C115}" presName="sibTrans" presStyleCnt="0"/>
      <dgm:spPr/>
    </dgm:pt>
    <dgm:pt modelId="{015CD708-F4C9-4534-8B0B-C9106D2DE1FF}" type="pres">
      <dgm:prSet presAssocID="{607C06B9-5B42-4237-80AC-3214C2C0DE57}" presName="node" presStyleLbl="node1" presStyleIdx="6" presStyleCnt="13">
        <dgm:presLayoutVars>
          <dgm:bulletEnabled val="1"/>
        </dgm:presLayoutVars>
      </dgm:prSet>
      <dgm:spPr/>
    </dgm:pt>
    <dgm:pt modelId="{C677D3CE-3199-449D-9668-85E17A45D3DC}" type="pres">
      <dgm:prSet presAssocID="{D5566D52-00F5-4394-8374-74D0DC163D9E}" presName="sibTrans" presStyleCnt="0"/>
      <dgm:spPr/>
    </dgm:pt>
    <dgm:pt modelId="{0B7F2DFB-DA04-4A0F-89DA-3AB8D152F12D}" type="pres">
      <dgm:prSet presAssocID="{F6484E1B-AADA-4C5D-8682-8E54B221CE16}" presName="node" presStyleLbl="node1" presStyleIdx="7" presStyleCnt="13">
        <dgm:presLayoutVars>
          <dgm:bulletEnabled val="1"/>
        </dgm:presLayoutVars>
      </dgm:prSet>
      <dgm:spPr/>
    </dgm:pt>
    <dgm:pt modelId="{85C72F5E-C9DA-4C3E-BCE7-3706431F661D}" type="pres">
      <dgm:prSet presAssocID="{18775FDA-8C2E-4EA6-A8B9-BBDA522A4F03}" presName="sibTrans" presStyleCnt="0"/>
      <dgm:spPr/>
    </dgm:pt>
    <dgm:pt modelId="{CAA69C5D-C799-49FD-9CAE-CCFFDA2CADBE}" type="pres">
      <dgm:prSet presAssocID="{1546AD4A-95C2-4D52-82E0-8D6A3B22E58B}" presName="node" presStyleLbl="node1" presStyleIdx="8" presStyleCnt="13">
        <dgm:presLayoutVars>
          <dgm:bulletEnabled val="1"/>
        </dgm:presLayoutVars>
      </dgm:prSet>
      <dgm:spPr/>
    </dgm:pt>
    <dgm:pt modelId="{199FB8DB-87A0-4D7A-8970-CBB7BE083856}" type="pres">
      <dgm:prSet presAssocID="{8D300030-701C-4281-BAFB-0A559E83B33B}" presName="sibTrans" presStyleCnt="0"/>
      <dgm:spPr/>
    </dgm:pt>
    <dgm:pt modelId="{23CCB929-CB54-4B9E-839A-15A30E6B4271}" type="pres">
      <dgm:prSet presAssocID="{CBDEBA6F-A442-456E-8A1C-59C5A1AA59AE}" presName="node" presStyleLbl="node1" presStyleIdx="9" presStyleCnt="13">
        <dgm:presLayoutVars>
          <dgm:bulletEnabled val="1"/>
        </dgm:presLayoutVars>
      </dgm:prSet>
      <dgm:spPr/>
    </dgm:pt>
    <dgm:pt modelId="{B5079AD7-C0C0-447C-91E2-5E959E77FCC6}" type="pres">
      <dgm:prSet presAssocID="{93C48844-6EC7-4416-AB9C-233007D81BD6}" presName="sibTrans" presStyleCnt="0"/>
      <dgm:spPr/>
    </dgm:pt>
    <dgm:pt modelId="{54E7FD5A-AFCC-4415-B3B1-346B03987ED8}" type="pres">
      <dgm:prSet presAssocID="{4686297A-22E0-42EF-896F-58C6CD80A74A}" presName="node" presStyleLbl="node1" presStyleIdx="10" presStyleCnt="13">
        <dgm:presLayoutVars>
          <dgm:bulletEnabled val="1"/>
        </dgm:presLayoutVars>
      </dgm:prSet>
      <dgm:spPr/>
    </dgm:pt>
    <dgm:pt modelId="{E2BA27B5-796F-4B5B-A49E-D5D2A6241CCD}" type="pres">
      <dgm:prSet presAssocID="{20FBFC43-492D-409B-92A4-B00DA7559A28}" presName="sibTrans" presStyleCnt="0"/>
      <dgm:spPr/>
    </dgm:pt>
    <dgm:pt modelId="{36069C80-798F-4421-AA4D-6842C0B06B72}" type="pres">
      <dgm:prSet presAssocID="{020C1796-11E1-4E89-943A-FC8A7F133DB5}" presName="node" presStyleLbl="node1" presStyleIdx="11" presStyleCnt="13">
        <dgm:presLayoutVars>
          <dgm:bulletEnabled val="1"/>
        </dgm:presLayoutVars>
      </dgm:prSet>
      <dgm:spPr/>
    </dgm:pt>
    <dgm:pt modelId="{646E246A-EA65-42B8-88A7-302022E839F0}" type="pres">
      <dgm:prSet presAssocID="{F1FBE207-EBB4-4419-8A31-484872221FB2}" presName="sibTrans" presStyleCnt="0"/>
      <dgm:spPr/>
    </dgm:pt>
    <dgm:pt modelId="{F1D19199-9DC0-42DE-823D-251636FA6F80}" type="pres">
      <dgm:prSet presAssocID="{1E6AF47F-A36D-4B83-B069-C4E015B8752A}" presName="node" presStyleLbl="node1" presStyleIdx="12" presStyleCnt="13">
        <dgm:presLayoutVars>
          <dgm:bulletEnabled val="1"/>
        </dgm:presLayoutVars>
      </dgm:prSet>
      <dgm:spPr/>
    </dgm:pt>
  </dgm:ptLst>
  <dgm:cxnLst>
    <dgm:cxn modelId="{B7F5D20A-CCD6-47A8-9FA6-3C02CDFA6ABF}" srcId="{1BDEA05D-6CFC-4A02-8F1A-EE887FF90E39}" destId="{633FB0F6-F08E-479B-8B2C-A0BE56F41DDB}" srcOrd="5" destOrd="0" parTransId="{744C77C6-F169-4F6E-8FCB-1D931FE43BFC}" sibTransId="{87229D3E-42FC-42E8-9036-335F7526C115}"/>
    <dgm:cxn modelId="{5058CB19-8D97-4BE9-956B-B87DA22ADA75}" srcId="{1BDEA05D-6CFC-4A02-8F1A-EE887FF90E39}" destId="{F6484E1B-AADA-4C5D-8682-8E54B221CE16}" srcOrd="7" destOrd="0" parTransId="{58EAC850-9B3E-4F77-9805-B545CF6BD932}" sibTransId="{18775FDA-8C2E-4EA6-A8B9-BBDA522A4F03}"/>
    <dgm:cxn modelId="{BC5DAC3C-916A-42B7-B8D4-E3AEE4A65F38}" srcId="{1BDEA05D-6CFC-4A02-8F1A-EE887FF90E39}" destId="{4686297A-22E0-42EF-896F-58C6CD80A74A}" srcOrd="10" destOrd="0" parTransId="{6C3A90C9-3C70-4EF7-A310-82EB7CD8BE73}" sibTransId="{20FBFC43-492D-409B-92A4-B00DA7559A28}"/>
    <dgm:cxn modelId="{19ECF75C-9C05-4731-9173-104A064C65A0}" srcId="{1BDEA05D-6CFC-4A02-8F1A-EE887FF90E39}" destId="{365B55E2-3D67-4FD4-A708-A399762819C9}" srcOrd="4" destOrd="0" parTransId="{CB77FDBA-6E00-4FCD-B3B6-E77D56B5361E}" sibTransId="{200E1BF5-329D-4934-8ED8-7558C9529700}"/>
    <dgm:cxn modelId="{BB4D6760-B604-4BFF-A589-0BC1123142CB}" type="presOf" srcId="{4686297A-22E0-42EF-896F-58C6CD80A74A}" destId="{54E7FD5A-AFCC-4415-B3B1-346B03987ED8}" srcOrd="0" destOrd="0" presId="urn:microsoft.com/office/officeart/2005/8/layout/default"/>
    <dgm:cxn modelId="{B25FBA42-0315-460A-BAF6-3478ECDC6331}" type="presOf" srcId="{2F3E6936-A032-4838-879A-59BF3321BE53}" destId="{10A08BE7-59D4-4E2F-AAB2-7CDB0221B852}" srcOrd="0" destOrd="0" presId="urn:microsoft.com/office/officeart/2005/8/layout/default"/>
    <dgm:cxn modelId="{285D3E71-4DAD-43A0-837E-399B1B4B5794}" srcId="{1BDEA05D-6CFC-4A02-8F1A-EE887FF90E39}" destId="{020C1796-11E1-4E89-943A-FC8A7F133DB5}" srcOrd="11" destOrd="0" parTransId="{1EB936A9-708C-40CF-ACA8-956A27417FA3}" sibTransId="{F1FBE207-EBB4-4419-8A31-484872221FB2}"/>
    <dgm:cxn modelId="{E4987052-D7FE-47F8-BC5C-6607C34C1F72}" srcId="{1BDEA05D-6CFC-4A02-8F1A-EE887FF90E39}" destId="{098E6FE8-5D25-4AE0-9E57-469F87169300}" srcOrd="0" destOrd="0" parTransId="{D220FCB4-028D-4675-993E-55A1E176EBCB}" sibTransId="{B0B65139-D531-4199-AC28-416059792E95}"/>
    <dgm:cxn modelId="{BBBD2A83-69D9-44F0-BAD8-78B2E1A5A13F}" srcId="{1BDEA05D-6CFC-4A02-8F1A-EE887FF90E39}" destId="{CBDEBA6F-A442-456E-8A1C-59C5A1AA59AE}" srcOrd="9" destOrd="0" parTransId="{B8B20CC8-3396-4D4E-9051-FF53ACC4A217}" sibTransId="{93C48844-6EC7-4416-AB9C-233007D81BD6}"/>
    <dgm:cxn modelId="{1A036383-4136-4DFB-8ADA-8F773601E905}" srcId="{1BDEA05D-6CFC-4A02-8F1A-EE887FF90E39}" destId="{1E6AF47F-A36D-4B83-B069-C4E015B8752A}" srcOrd="12" destOrd="0" parTransId="{E242259E-82B2-4E3F-A1E8-9A5C3869302E}" sibTransId="{E2F17EC3-B65D-4B20-8F72-D7CE369AFF9C}"/>
    <dgm:cxn modelId="{9571B687-4522-4E65-8CDE-FC1D1DD1049F}" srcId="{1BDEA05D-6CFC-4A02-8F1A-EE887FF90E39}" destId="{857EB4F9-691C-4A07-9DCC-4256202E6C0B}" srcOrd="1" destOrd="0" parTransId="{F55EB67B-E651-4913-89D7-999702D23520}" sibTransId="{D4C4D3D5-06C5-456B-914C-9811C18168D3}"/>
    <dgm:cxn modelId="{F8F95C8A-0C8A-4F91-9E92-D39BA24C33A5}" type="presOf" srcId="{3CDA1C46-18DF-47B8-9F8D-93AB1F2E7C51}" destId="{4F2BE785-4F22-4649-AD34-7079A1D69E47}" srcOrd="0" destOrd="0" presId="urn:microsoft.com/office/officeart/2005/8/layout/default"/>
    <dgm:cxn modelId="{AE96F593-602B-4A98-8770-7D8065C736C3}" type="presOf" srcId="{098E6FE8-5D25-4AE0-9E57-469F87169300}" destId="{1818E024-77F2-4543-83DE-AE52E0F2887B}" srcOrd="0" destOrd="0" presId="urn:microsoft.com/office/officeart/2005/8/layout/default"/>
    <dgm:cxn modelId="{F920C795-3718-4330-9036-F5FE8D76AE83}" type="presOf" srcId="{633FB0F6-F08E-479B-8B2C-A0BE56F41DDB}" destId="{96D6D87F-ED7D-4BDB-882E-E9ED813A32BE}" srcOrd="0" destOrd="0" presId="urn:microsoft.com/office/officeart/2005/8/layout/default"/>
    <dgm:cxn modelId="{FB886C96-73B1-4552-8013-4A4A72446F47}" srcId="{1BDEA05D-6CFC-4A02-8F1A-EE887FF90E39}" destId="{2F3E6936-A032-4838-879A-59BF3321BE53}" srcOrd="2" destOrd="0" parTransId="{6AF2F7BC-A92D-4379-9188-E6D60C0C4FC2}" sibTransId="{D1ACCDEB-36C0-4AF4-A572-79A5A4F8256B}"/>
    <dgm:cxn modelId="{5DC7F69B-EDD8-468F-98C7-9E56DC615FBF}" type="presOf" srcId="{365B55E2-3D67-4FD4-A708-A399762819C9}" destId="{D8021F71-ABDE-4DC7-9610-86ED803830CA}" srcOrd="0" destOrd="0" presId="urn:microsoft.com/office/officeart/2005/8/layout/default"/>
    <dgm:cxn modelId="{9F8BBCA6-4777-4D71-A309-915494570590}" srcId="{1BDEA05D-6CFC-4A02-8F1A-EE887FF90E39}" destId="{3CDA1C46-18DF-47B8-9F8D-93AB1F2E7C51}" srcOrd="3" destOrd="0" parTransId="{B7BFBB63-393B-423F-ACCE-8CBB1D5C20A8}" sibTransId="{719004E6-0FFA-4462-84BF-E0FCD77A9132}"/>
    <dgm:cxn modelId="{799F32AA-7AE5-4C5E-8E87-934029BF5D48}" type="presOf" srcId="{1546AD4A-95C2-4D52-82E0-8D6A3B22E58B}" destId="{CAA69C5D-C799-49FD-9CAE-CCFFDA2CADBE}" srcOrd="0" destOrd="0" presId="urn:microsoft.com/office/officeart/2005/8/layout/default"/>
    <dgm:cxn modelId="{1FD7FEB2-8EFA-49DE-829D-1EC0B975EC2D}" type="presOf" srcId="{1E6AF47F-A36D-4B83-B069-C4E015B8752A}" destId="{F1D19199-9DC0-42DE-823D-251636FA6F80}" srcOrd="0" destOrd="0" presId="urn:microsoft.com/office/officeart/2005/8/layout/default"/>
    <dgm:cxn modelId="{C005ABB3-6A76-44DF-902C-DC92D88382F1}" type="presOf" srcId="{020C1796-11E1-4E89-943A-FC8A7F133DB5}" destId="{36069C80-798F-4421-AA4D-6842C0B06B72}" srcOrd="0" destOrd="0" presId="urn:microsoft.com/office/officeart/2005/8/layout/default"/>
    <dgm:cxn modelId="{C850C5C5-9BBB-4C24-9CF6-BEB74C7697B7}" type="presOf" srcId="{F6484E1B-AADA-4C5D-8682-8E54B221CE16}" destId="{0B7F2DFB-DA04-4A0F-89DA-3AB8D152F12D}" srcOrd="0" destOrd="0" presId="urn:microsoft.com/office/officeart/2005/8/layout/default"/>
    <dgm:cxn modelId="{E903E8CE-C0D8-445C-879B-AD0A3670B09C}" srcId="{1BDEA05D-6CFC-4A02-8F1A-EE887FF90E39}" destId="{1546AD4A-95C2-4D52-82E0-8D6A3B22E58B}" srcOrd="8" destOrd="0" parTransId="{0DD176F4-9712-49C9-B27B-15A2948BC86B}" sibTransId="{8D300030-701C-4281-BAFB-0A559E83B33B}"/>
    <dgm:cxn modelId="{4319DBD3-7374-4BD8-903F-297CA1D8FA51}" srcId="{1BDEA05D-6CFC-4A02-8F1A-EE887FF90E39}" destId="{607C06B9-5B42-4237-80AC-3214C2C0DE57}" srcOrd="6" destOrd="0" parTransId="{3FD4922E-57FB-492F-882C-2CEC5CC8E1DE}" sibTransId="{D5566D52-00F5-4394-8374-74D0DC163D9E}"/>
    <dgm:cxn modelId="{A9A52CDE-0702-4F15-A277-8D2BFEDC54C1}" type="presOf" srcId="{857EB4F9-691C-4A07-9DCC-4256202E6C0B}" destId="{50D0AA3D-B5BB-4B4A-B07B-C8EF70A21779}" srcOrd="0" destOrd="0" presId="urn:microsoft.com/office/officeart/2005/8/layout/default"/>
    <dgm:cxn modelId="{008B62E6-EDB5-44CD-B3A1-361B2B157A78}" type="presOf" srcId="{607C06B9-5B42-4237-80AC-3214C2C0DE57}" destId="{015CD708-F4C9-4534-8B0B-C9106D2DE1FF}" srcOrd="0" destOrd="0" presId="urn:microsoft.com/office/officeart/2005/8/layout/default"/>
    <dgm:cxn modelId="{A7BA41F2-C994-44A7-B0D5-546D39117310}" type="presOf" srcId="{CBDEBA6F-A442-456E-8A1C-59C5A1AA59AE}" destId="{23CCB929-CB54-4B9E-839A-15A30E6B4271}" srcOrd="0" destOrd="0" presId="urn:microsoft.com/office/officeart/2005/8/layout/default"/>
    <dgm:cxn modelId="{731E45FC-4C02-4614-AC6D-6C4D3B5CE21F}" type="presOf" srcId="{1BDEA05D-6CFC-4A02-8F1A-EE887FF90E39}" destId="{497590ED-222A-403A-8291-6C868C2AB51A}" srcOrd="0" destOrd="0" presId="urn:microsoft.com/office/officeart/2005/8/layout/default"/>
    <dgm:cxn modelId="{D030DC82-E4CA-4F3A-83A9-15EFA11B32E2}" type="presParOf" srcId="{497590ED-222A-403A-8291-6C868C2AB51A}" destId="{1818E024-77F2-4543-83DE-AE52E0F2887B}" srcOrd="0" destOrd="0" presId="urn:microsoft.com/office/officeart/2005/8/layout/default"/>
    <dgm:cxn modelId="{4EECD311-97B5-4963-93F1-9B76B028E6ED}" type="presParOf" srcId="{497590ED-222A-403A-8291-6C868C2AB51A}" destId="{5E7E886F-D952-4548-9E64-DBAFDF7E9953}" srcOrd="1" destOrd="0" presId="urn:microsoft.com/office/officeart/2005/8/layout/default"/>
    <dgm:cxn modelId="{F9A573CE-4025-41CF-9E5D-DACDA9AF4CE7}" type="presParOf" srcId="{497590ED-222A-403A-8291-6C868C2AB51A}" destId="{50D0AA3D-B5BB-4B4A-B07B-C8EF70A21779}" srcOrd="2" destOrd="0" presId="urn:microsoft.com/office/officeart/2005/8/layout/default"/>
    <dgm:cxn modelId="{448EC000-95F6-483F-A7BE-5520A72C0471}" type="presParOf" srcId="{497590ED-222A-403A-8291-6C868C2AB51A}" destId="{14F920FF-25BD-4680-8266-34C8D37944FE}" srcOrd="3" destOrd="0" presId="urn:microsoft.com/office/officeart/2005/8/layout/default"/>
    <dgm:cxn modelId="{B89E2D64-D895-486E-91D6-7964917D2A5C}" type="presParOf" srcId="{497590ED-222A-403A-8291-6C868C2AB51A}" destId="{10A08BE7-59D4-4E2F-AAB2-7CDB0221B852}" srcOrd="4" destOrd="0" presId="urn:microsoft.com/office/officeart/2005/8/layout/default"/>
    <dgm:cxn modelId="{6AFB8B43-9288-456D-95BD-F777CCB83933}" type="presParOf" srcId="{497590ED-222A-403A-8291-6C868C2AB51A}" destId="{C457D2C0-6D24-4B02-8439-8858CA044280}" srcOrd="5" destOrd="0" presId="urn:microsoft.com/office/officeart/2005/8/layout/default"/>
    <dgm:cxn modelId="{1581FC03-6BD0-4DC1-98D3-D9BEFF188D34}" type="presParOf" srcId="{497590ED-222A-403A-8291-6C868C2AB51A}" destId="{4F2BE785-4F22-4649-AD34-7079A1D69E47}" srcOrd="6" destOrd="0" presId="urn:microsoft.com/office/officeart/2005/8/layout/default"/>
    <dgm:cxn modelId="{AF4842EA-F4C6-4D3F-AF1C-D05328C2153F}" type="presParOf" srcId="{497590ED-222A-403A-8291-6C868C2AB51A}" destId="{6DFDB06A-649F-4F50-A9F4-87C0979435E4}" srcOrd="7" destOrd="0" presId="urn:microsoft.com/office/officeart/2005/8/layout/default"/>
    <dgm:cxn modelId="{FEF51872-31BD-4B2E-9AAA-58D99277B22D}" type="presParOf" srcId="{497590ED-222A-403A-8291-6C868C2AB51A}" destId="{D8021F71-ABDE-4DC7-9610-86ED803830CA}" srcOrd="8" destOrd="0" presId="urn:microsoft.com/office/officeart/2005/8/layout/default"/>
    <dgm:cxn modelId="{ABB40463-1612-4CF8-933A-DAF1631AE557}" type="presParOf" srcId="{497590ED-222A-403A-8291-6C868C2AB51A}" destId="{C5856291-664E-48F3-9ECA-744D95E1C140}" srcOrd="9" destOrd="0" presId="urn:microsoft.com/office/officeart/2005/8/layout/default"/>
    <dgm:cxn modelId="{9E29CFDC-EE64-46AA-8FD3-BD1E6934DDA9}" type="presParOf" srcId="{497590ED-222A-403A-8291-6C868C2AB51A}" destId="{96D6D87F-ED7D-4BDB-882E-E9ED813A32BE}" srcOrd="10" destOrd="0" presId="urn:microsoft.com/office/officeart/2005/8/layout/default"/>
    <dgm:cxn modelId="{40A2CC2E-BF04-4DCD-B864-0240B3FD45EE}" type="presParOf" srcId="{497590ED-222A-403A-8291-6C868C2AB51A}" destId="{966702CA-2C6F-4505-9F16-93FA415FD3DC}" srcOrd="11" destOrd="0" presId="urn:microsoft.com/office/officeart/2005/8/layout/default"/>
    <dgm:cxn modelId="{2250325A-389D-467F-9BDD-BC4E9F4C3858}" type="presParOf" srcId="{497590ED-222A-403A-8291-6C868C2AB51A}" destId="{015CD708-F4C9-4534-8B0B-C9106D2DE1FF}" srcOrd="12" destOrd="0" presId="urn:microsoft.com/office/officeart/2005/8/layout/default"/>
    <dgm:cxn modelId="{6B23EF42-E5C6-4B73-AF3B-838F22CE3A3F}" type="presParOf" srcId="{497590ED-222A-403A-8291-6C868C2AB51A}" destId="{C677D3CE-3199-449D-9668-85E17A45D3DC}" srcOrd="13" destOrd="0" presId="urn:microsoft.com/office/officeart/2005/8/layout/default"/>
    <dgm:cxn modelId="{8532D982-F45E-4D8E-890F-FC5CB83E25CB}" type="presParOf" srcId="{497590ED-222A-403A-8291-6C868C2AB51A}" destId="{0B7F2DFB-DA04-4A0F-89DA-3AB8D152F12D}" srcOrd="14" destOrd="0" presId="urn:microsoft.com/office/officeart/2005/8/layout/default"/>
    <dgm:cxn modelId="{6401A0B6-A2D2-43C3-A99E-ED7E19097CBD}" type="presParOf" srcId="{497590ED-222A-403A-8291-6C868C2AB51A}" destId="{85C72F5E-C9DA-4C3E-BCE7-3706431F661D}" srcOrd="15" destOrd="0" presId="urn:microsoft.com/office/officeart/2005/8/layout/default"/>
    <dgm:cxn modelId="{74F4F3E4-C0D7-461D-B723-7C0BE9633732}" type="presParOf" srcId="{497590ED-222A-403A-8291-6C868C2AB51A}" destId="{CAA69C5D-C799-49FD-9CAE-CCFFDA2CADBE}" srcOrd="16" destOrd="0" presId="urn:microsoft.com/office/officeart/2005/8/layout/default"/>
    <dgm:cxn modelId="{E0424B38-4BF6-45AB-B446-C4765BE26899}" type="presParOf" srcId="{497590ED-222A-403A-8291-6C868C2AB51A}" destId="{199FB8DB-87A0-4D7A-8970-CBB7BE083856}" srcOrd="17" destOrd="0" presId="urn:microsoft.com/office/officeart/2005/8/layout/default"/>
    <dgm:cxn modelId="{ACAFE2E6-5F07-4E45-A0F8-7618ECA8DFE8}" type="presParOf" srcId="{497590ED-222A-403A-8291-6C868C2AB51A}" destId="{23CCB929-CB54-4B9E-839A-15A30E6B4271}" srcOrd="18" destOrd="0" presId="urn:microsoft.com/office/officeart/2005/8/layout/default"/>
    <dgm:cxn modelId="{C9E6D34F-BAEB-410C-91AE-490E1EAF2F99}" type="presParOf" srcId="{497590ED-222A-403A-8291-6C868C2AB51A}" destId="{B5079AD7-C0C0-447C-91E2-5E959E77FCC6}" srcOrd="19" destOrd="0" presId="urn:microsoft.com/office/officeart/2005/8/layout/default"/>
    <dgm:cxn modelId="{39256724-EA89-4055-A2EC-8E0BE18ABA4F}" type="presParOf" srcId="{497590ED-222A-403A-8291-6C868C2AB51A}" destId="{54E7FD5A-AFCC-4415-B3B1-346B03987ED8}" srcOrd="20" destOrd="0" presId="urn:microsoft.com/office/officeart/2005/8/layout/default"/>
    <dgm:cxn modelId="{15E27036-CFAA-49DD-9093-3D533DFDC551}" type="presParOf" srcId="{497590ED-222A-403A-8291-6C868C2AB51A}" destId="{E2BA27B5-796F-4B5B-A49E-D5D2A6241CCD}" srcOrd="21" destOrd="0" presId="urn:microsoft.com/office/officeart/2005/8/layout/default"/>
    <dgm:cxn modelId="{6B7778C5-2E24-494D-A399-FAB00E820990}" type="presParOf" srcId="{497590ED-222A-403A-8291-6C868C2AB51A}" destId="{36069C80-798F-4421-AA4D-6842C0B06B72}" srcOrd="22" destOrd="0" presId="urn:microsoft.com/office/officeart/2005/8/layout/default"/>
    <dgm:cxn modelId="{FF2112DB-21A0-4E47-ACA6-15275C8FBD0E}" type="presParOf" srcId="{497590ED-222A-403A-8291-6C868C2AB51A}" destId="{646E246A-EA65-42B8-88A7-302022E839F0}" srcOrd="23" destOrd="0" presId="urn:microsoft.com/office/officeart/2005/8/layout/default"/>
    <dgm:cxn modelId="{C5287167-BD85-40DD-9477-B9A7297976C4}" type="presParOf" srcId="{497590ED-222A-403A-8291-6C868C2AB51A}" destId="{F1D19199-9DC0-42DE-823D-251636FA6F80}" srcOrd="2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8E024-77F2-4543-83DE-AE52E0F2887B}">
      <dsp:nvSpPr>
        <dsp:cNvPr id="0" name=""/>
        <dsp:cNvSpPr/>
      </dsp:nvSpPr>
      <dsp:spPr>
        <a:xfrm>
          <a:off x="532628" y="654"/>
          <a:ext cx="1955145" cy="117308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ESP32</a:t>
          </a:r>
        </a:p>
        <a:p>
          <a:pPr marL="0" lvl="0" indent="0" algn="ctr" defTabSz="844550">
            <a:lnSpc>
              <a:spcPct val="90000"/>
            </a:lnSpc>
            <a:spcBef>
              <a:spcPct val="0"/>
            </a:spcBef>
            <a:spcAft>
              <a:spcPct val="35000"/>
            </a:spcAft>
            <a:buNone/>
          </a:pPr>
          <a:r>
            <a:rPr lang="en-IN" sz="1900" kern="1200" dirty="0"/>
            <a:t>(MICRO-CONTROLLER)</a:t>
          </a:r>
          <a:endParaRPr lang="en-US" sz="1900" kern="1200" dirty="0"/>
        </a:p>
      </dsp:txBody>
      <dsp:txXfrm>
        <a:off x="532628" y="654"/>
        <a:ext cx="1955145" cy="1173087"/>
      </dsp:txXfrm>
    </dsp:sp>
    <dsp:sp modelId="{50D0AA3D-B5BB-4B4A-B07B-C8EF70A21779}">
      <dsp:nvSpPr>
        <dsp:cNvPr id="0" name=""/>
        <dsp:cNvSpPr/>
      </dsp:nvSpPr>
      <dsp:spPr>
        <a:xfrm>
          <a:off x="2683287" y="654"/>
          <a:ext cx="1955145" cy="117308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Arduino UNO</a:t>
          </a:r>
          <a:endParaRPr lang="en-US" sz="1900" kern="1200"/>
        </a:p>
      </dsp:txBody>
      <dsp:txXfrm>
        <a:off x="2683287" y="654"/>
        <a:ext cx="1955145" cy="1173087"/>
      </dsp:txXfrm>
    </dsp:sp>
    <dsp:sp modelId="{10A08BE7-59D4-4E2F-AAB2-7CDB0221B852}">
      <dsp:nvSpPr>
        <dsp:cNvPr id="0" name=""/>
        <dsp:cNvSpPr/>
      </dsp:nvSpPr>
      <dsp:spPr>
        <a:xfrm>
          <a:off x="4833947" y="654"/>
          <a:ext cx="1955145" cy="117308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MQ5 (Gas Sensor)</a:t>
          </a:r>
          <a:endParaRPr lang="en-US" sz="1900" kern="1200"/>
        </a:p>
      </dsp:txBody>
      <dsp:txXfrm>
        <a:off x="4833947" y="654"/>
        <a:ext cx="1955145" cy="1173087"/>
      </dsp:txXfrm>
    </dsp:sp>
    <dsp:sp modelId="{4F2BE785-4F22-4649-AD34-7079A1D69E47}">
      <dsp:nvSpPr>
        <dsp:cNvPr id="0" name=""/>
        <dsp:cNvSpPr/>
      </dsp:nvSpPr>
      <dsp:spPr>
        <a:xfrm>
          <a:off x="6984607" y="654"/>
          <a:ext cx="1955145" cy="11730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Relay</a:t>
          </a:r>
          <a:endParaRPr lang="en-US" sz="1900" kern="1200"/>
        </a:p>
      </dsp:txBody>
      <dsp:txXfrm>
        <a:off x="6984607" y="654"/>
        <a:ext cx="1955145" cy="1173087"/>
      </dsp:txXfrm>
    </dsp:sp>
    <dsp:sp modelId="{D8021F71-ABDE-4DC7-9610-86ED803830CA}">
      <dsp:nvSpPr>
        <dsp:cNvPr id="0" name=""/>
        <dsp:cNvSpPr/>
      </dsp:nvSpPr>
      <dsp:spPr>
        <a:xfrm>
          <a:off x="9135266" y="654"/>
          <a:ext cx="1955145" cy="1173087"/>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Motion Sensor</a:t>
          </a:r>
          <a:endParaRPr lang="en-US" sz="1900" kern="1200"/>
        </a:p>
      </dsp:txBody>
      <dsp:txXfrm>
        <a:off x="9135266" y="654"/>
        <a:ext cx="1955145" cy="1173087"/>
      </dsp:txXfrm>
    </dsp:sp>
    <dsp:sp modelId="{96D6D87F-ED7D-4BDB-882E-E9ED813A32BE}">
      <dsp:nvSpPr>
        <dsp:cNvPr id="0" name=""/>
        <dsp:cNvSpPr/>
      </dsp:nvSpPr>
      <dsp:spPr>
        <a:xfrm>
          <a:off x="532628" y="1369255"/>
          <a:ext cx="1955145" cy="117308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Temperature Sensor(ds18b20)</a:t>
          </a:r>
          <a:endParaRPr lang="en-US" sz="1900" kern="1200"/>
        </a:p>
      </dsp:txBody>
      <dsp:txXfrm>
        <a:off x="532628" y="1369255"/>
        <a:ext cx="1955145" cy="1173087"/>
      </dsp:txXfrm>
    </dsp:sp>
    <dsp:sp modelId="{015CD708-F4C9-4534-8B0B-C9106D2DE1FF}">
      <dsp:nvSpPr>
        <dsp:cNvPr id="0" name=""/>
        <dsp:cNvSpPr/>
      </dsp:nvSpPr>
      <dsp:spPr>
        <a:xfrm>
          <a:off x="2683287" y="1369255"/>
          <a:ext cx="1955145" cy="117308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Current Sensor(ACS712 – 20A)</a:t>
          </a:r>
          <a:endParaRPr lang="en-US" sz="1900" kern="1200"/>
        </a:p>
      </dsp:txBody>
      <dsp:txXfrm>
        <a:off x="2683287" y="1369255"/>
        <a:ext cx="1955145" cy="1173087"/>
      </dsp:txXfrm>
    </dsp:sp>
    <dsp:sp modelId="{0B7F2DFB-DA04-4A0F-89DA-3AB8D152F12D}">
      <dsp:nvSpPr>
        <dsp:cNvPr id="0" name=""/>
        <dsp:cNvSpPr/>
      </dsp:nvSpPr>
      <dsp:spPr>
        <a:xfrm>
          <a:off x="4833947" y="1369255"/>
          <a:ext cx="1955145" cy="117308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Servo Motor</a:t>
          </a:r>
          <a:endParaRPr lang="en-US" sz="1900" kern="1200"/>
        </a:p>
      </dsp:txBody>
      <dsp:txXfrm>
        <a:off x="4833947" y="1369255"/>
        <a:ext cx="1955145" cy="1173087"/>
      </dsp:txXfrm>
    </dsp:sp>
    <dsp:sp modelId="{CAA69C5D-C799-49FD-9CAE-CCFFDA2CADBE}">
      <dsp:nvSpPr>
        <dsp:cNvPr id="0" name=""/>
        <dsp:cNvSpPr/>
      </dsp:nvSpPr>
      <dsp:spPr>
        <a:xfrm>
          <a:off x="6984607" y="1369255"/>
          <a:ext cx="1955145" cy="11730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Photoresistor</a:t>
          </a:r>
          <a:endParaRPr lang="en-US" sz="1900" kern="1200"/>
        </a:p>
      </dsp:txBody>
      <dsp:txXfrm>
        <a:off x="6984607" y="1369255"/>
        <a:ext cx="1955145" cy="1173087"/>
      </dsp:txXfrm>
    </dsp:sp>
    <dsp:sp modelId="{23CCB929-CB54-4B9E-839A-15A30E6B4271}">
      <dsp:nvSpPr>
        <dsp:cNvPr id="0" name=""/>
        <dsp:cNvSpPr/>
      </dsp:nvSpPr>
      <dsp:spPr>
        <a:xfrm>
          <a:off x="9135266" y="1369255"/>
          <a:ext cx="1955145" cy="1173087"/>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Buzzer</a:t>
          </a:r>
          <a:endParaRPr lang="en-US" sz="1900" kern="1200"/>
        </a:p>
      </dsp:txBody>
      <dsp:txXfrm>
        <a:off x="9135266" y="1369255"/>
        <a:ext cx="1955145" cy="1173087"/>
      </dsp:txXfrm>
    </dsp:sp>
    <dsp:sp modelId="{54E7FD5A-AFCC-4415-B3B1-346B03987ED8}">
      <dsp:nvSpPr>
        <dsp:cNvPr id="0" name=""/>
        <dsp:cNvSpPr/>
      </dsp:nvSpPr>
      <dsp:spPr>
        <a:xfrm>
          <a:off x="2683287" y="2737857"/>
          <a:ext cx="1955145" cy="117308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Led</a:t>
          </a:r>
          <a:endParaRPr lang="en-US" sz="1900" kern="1200"/>
        </a:p>
      </dsp:txBody>
      <dsp:txXfrm>
        <a:off x="2683287" y="2737857"/>
        <a:ext cx="1955145" cy="1173087"/>
      </dsp:txXfrm>
    </dsp:sp>
    <dsp:sp modelId="{36069C80-798F-4421-AA4D-6842C0B06B72}">
      <dsp:nvSpPr>
        <dsp:cNvPr id="0" name=""/>
        <dsp:cNvSpPr/>
      </dsp:nvSpPr>
      <dsp:spPr>
        <a:xfrm>
          <a:off x="4833947" y="2737857"/>
          <a:ext cx="1955145" cy="117308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5v Fan</a:t>
          </a:r>
          <a:endParaRPr lang="en-US" sz="1900" kern="1200"/>
        </a:p>
      </dsp:txBody>
      <dsp:txXfrm>
        <a:off x="4833947" y="2737857"/>
        <a:ext cx="1955145" cy="1173087"/>
      </dsp:txXfrm>
    </dsp:sp>
    <dsp:sp modelId="{F1D19199-9DC0-42DE-823D-251636FA6F80}">
      <dsp:nvSpPr>
        <dsp:cNvPr id="0" name=""/>
        <dsp:cNvSpPr/>
      </dsp:nvSpPr>
      <dsp:spPr>
        <a:xfrm>
          <a:off x="6984607" y="2737857"/>
          <a:ext cx="1955145" cy="117308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Bulb</a:t>
          </a:r>
          <a:endParaRPr lang="en-US" sz="1900" kern="1200"/>
        </a:p>
      </dsp:txBody>
      <dsp:txXfrm>
        <a:off x="6984607" y="2737857"/>
        <a:ext cx="1955145" cy="11730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smtClean="0"/>
              <a:pPr algn="r"/>
              <a:t>4/23/2024</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181104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16684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98687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120748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7382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21210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50921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6598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p:cNvSpPr>
          <p:nvPr>
            <p:ph type="pic" idx="1"/>
          </p:nvPr>
        </p:nvSpPr>
        <p:spPr>
          <a:xfrm>
            <a:off x="0" y="2267712"/>
            <a:ext cx="6571469" cy="4590288"/>
          </a:xfrm>
          <a:solidFill>
            <a:schemeClr val="bg1">
              <a:lumMod val="85000"/>
            </a:schemeClr>
          </a:solidFill>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8236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smtClean="0"/>
              <a:pPr algn="r"/>
              <a:t>4/23/2024</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60094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smtClean="0"/>
              <a:pPr algn="r"/>
              <a:t>4/23/2024</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44287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smtClean="0"/>
              <a:pPr algn="r"/>
              <a:t>4/23/2024</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051107123"/>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16" r:id="rId6"/>
    <p:sldLayoutId id="2147483712" r:id="rId7"/>
    <p:sldLayoutId id="2147483713" r:id="rId8"/>
    <p:sldLayoutId id="2147483714" r:id="rId9"/>
    <p:sldLayoutId id="2147483715" r:id="rId10"/>
    <p:sldLayoutId id="2147483717"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Blue digital binary data on a screen">
            <a:extLst>
              <a:ext uri="{FF2B5EF4-FFF2-40B4-BE49-F238E27FC236}">
                <a16:creationId xmlns:a16="http://schemas.microsoft.com/office/drawing/2014/main" id="{0AC799D7-8C07-B4A5-5E65-1BD87385C92E}"/>
              </a:ext>
            </a:extLst>
          </p:cNvPr>
          <p:cNvPicPr>
            <a:picLocks noChangeAspect="1"/>
          </p:cNvPicPr>
          <p:nvPr/>
        </p:nvPicPr>
        <p:blipFill rotWithShape="1">
          <a:blip r:embed="rId2"/>
          <a:srcRect/>
          <a:stretch/>
        </p:blipFill>
        <p:spPr>
          <a:xfrm>
            <a:off x="20" y="10"/>
            <a:ext cx="12191980" cy="6857990"/>
          </a:xfrm>
          <a:prstGeom prst="rect">
            <a:avLst/>
          </a:prstGeom>
        </p:spPr>
      </p:pic>
      <p:sp>
        <p:nvSpPr>
          <p:cNvPr id="33" name="Rectangle 32">
            <a:extLst>
              <a:ext uri="{FF2B5EF4-FFF2-40B4-BE49-F238E27FC236}">
                <a16:creationId xmlns:a16="http://schemas.microsoft.com/office/drawing/2014/main" id="{52F9B1C2-7D20-4F91-A660-197C98B9A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39445"/>
            <a:ext cx="6114985" cy="2298326"/>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15C149-16B0-0DB1-2D6F-61ED90C10EEA}"/>
              </a:ext>
            </a:extLst>
          </p:cNvPr>
          <p:cNvSpPr>
            <a:spLocks noGrp="1"/>
          </p:cNvSpPr>
          <p:nvPr>
            <p:ph type="ctrTitle"/>
          </p:nvPr>
        </p:nvSpPr>
        <p:spPr>
          <a:xfrm>
            <a:off x="237743" y="2081181"/>
            <a:ext cx="6114984" cy="1871387"/>
          </a:xfrm>
        </p:spPr>
        <p:txBody>
          <a:bodyPr anchor="ctr">
            <a:normAutofit/>
          </a:bodyPr>
          <a:lstStyle/>
          <a:p>
            <a:r>
              <a:rPr lang="en-IN" sz="4800" dirty="0">
                <a:gradFill>
                  <a:gsLst>
                    <a:gs pos="0">
                      <a:srgbClr val="0BA8EF"/>
                    </a:gs>
                    <a:gs pos="91000">
                      <a:srgbClr val="E664CA"/>
                    </a:gs>
                  </a:gsLst>
                  <a:lin ang="5400000" scaled="1"/>
                </a:gradFill>
              </a:rPr>
              <a:t>IOT BASED HOME AUTOMATION</a:t>
            </a:r>
            <a:endParaRPr lang="en-IN" sz="4600" dirty="0"/>
          </a:p>
        </p:txBody>
      </p:sp>
      <p:sp>
        <p:nvSpPr>
          <p:cNvPr id="35" name="Rectangle 34">
            <a:extLst>
              <a:ext uri="{FF2B5EF4-FFF2-40B4-BE49-F238E27FC236}">
                <a16:creationId xmlns:a16="http://schemas.microsoft.com/office/drawing/2014/main" id="{A89C4E6E-ECA4-40E5-A54E-13E92B678E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237771"/>
            <a:ext cx="6114982" cy="809351"/>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9519E29-7B1A-A65A-6B14-39BAEADB9E06}"/>
              </a:ext>
            </a:extLst>
          </p:cNvPr>
          <p:cNvSpPr txBox="1"/>
          <p:nvPr/>
        </p:nvSpPr>
        <p:spPr>
          <a:xfrm>
            <a:off x="977818" y="4282202"/>
            <a:ext cx="3815246" cy="715223"/>
          </a:xfrm>
          <a:prstGeom prst="rect">
            <a:avLst/>
          </a:prstGeom>
          <a:noFill/>
        </p:spPr>
        <p:txBody>
          <a:bodyPr wrap="square" rtlCol="0">
            <a:spAutoFit/>
          </a:bodyPr>
          <a:lstStyle/>
          <a:p>
            <a:pPr algn="ctr"/>
            <a:r>
              <a:rPr lang="en-IN" sz="2000" dirty="0">
                <a:gradFill>
                  <a:gsLst>
                    <a:gs pos="51779">
                      <a:srgbClr val="F1A773"/>
                    </a:gs>
                    <a:gs pos="0">
                      <a:srgbClr val="FFFF00"/>
                    </a:gs>
                    <a:gs pos="91000">
                      <a:srgbClr val="E664CA"/>
                    </a:gs>
                  </a:gsLst>
                  <a:lin ang="5400000" scaled="1"/>
                </a:gradFill>
              </a:rPr>
              <a:t>Guided by</a:t>
            </a:r>
          </a:p>
          <a:p>
            <a:pPr algn="ctr"/>
            <a:r>
              <a:rPr lang="en-IN" sz="2000" dirty="0">
                <a:gradFill>
                  <a:gsLst>
                    <a:gs pos="51779">
                      <a:srgbClr val="F1A773"/>
                    </a:gs>
                    <a:gs pos="0">
                      <a:srgbClr val="FFFF00"/>
                    </a:gs>
                    <a:gs pos="91000">
                      <a:srgbClr val="E664CA"/>
                    </a:gs>
                  </a:gsLst>
                  <a:lin ang="5400000" scaled="1"/>
                </a:gradFill>
              </a:rPr>
              <a:t>Prof Senthil Kumar N</a:t>
            </a:r>
          </a:p>
        </p:txBody>
      </p:sp>
      <p:sp>
        <p:nvSpPr>
          <p:cNvPr id="7" name="TextBox 6">
            <a:extLst>
              <a:ext uri="{FF2B5EF4-FFF2-40B4-BE49-F238E27FC236}">
                <a16:creationId xmlns:a16="http://schemas.microsoft.com/office/drawing/2014/main" id="{B00CB9A1-8AC8-86EB-C029-91E45B2D4780}"/>
              </a:ext>
            </a:extLst>
          </p:cNvPr>
          <p:cNvSpPr txBox="1"/>
          <p:nvPr/>
        </p:nvSpPr>
        <p:spPr>
          <a:xfrm>
            <a:off x="6984345" y="5794376"/>
            <a:ext cx="4745866"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2000" dirty="0">
                <a:gradFill>
                  <a:gsLst>
                    <a:gs pos="47000">
                      <a:srgbClr val="26BCBC"/>
                    </a:gs>
                    <a:gs pos="0">
                      <a:srgbClr val="249850"/>
                    </a:gs>
                    <a:gs pos="89000">
                      <a:srgbClr val="E664CA"/>
                    </a:gs>
                  </a:gsLst>
                  <a:lin ang="5400000" scaled="1"/>
                </a:gradFill>
              </a:rPr>
              <a:t>Vivekananthan S (21BCS0078)</a:t>
            </a:r>
          </a:p>
          <a:p>
            <a:pPr algn="ctr"/>
            <a:r>
              <a:rPr lang="en-IN" sz="2000" dirty="0">
                <a:gradFill>
                  <a:gsLst>
                    <a:gs pos="47000">
                      <a:srgbClr val="26BCBC"/>
                    </a:gs>
                    <a:gs pos="0">
                      <a:srgbClr val="249850"/>
                    </a:gs>
                    <a:gs pos="89000">
                      <a:srgbClr val="E664CA"/>
                    </a:gs>
                  </a:gsLst>
                  <a:lin ang="5400000" scaled="1"/>
                </a:gradFill>
              </a:rPr>
              <a:t>Dhanush K (21BCS0166)</a:t>
            </a:r>
          </a:p>
        </p:txBody>
      </p:sp>
    </p:spTree>
    <p:extLst>
      <p:ext uri="{BB962C8B-B14F-4D97-AF65-F5344CB8AC3E}">
        <p14:creationId xmlns:p14="http://schemas.microsoft.com/office/powerpoint/2010/main" val="1401140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mph" presetSubtype="0" grpId="0" nodeType="clickEffect">
                                  <p:stCondLst>
                                    <p:cond delay="0"/>
                                  </p:stCondLst>
                                  <p:iterate type="lt">
                                    <p:tmAbs val="25"/>
                                  </p:iterate>
                                  <p:childTnLst>
                                    <p:set>
                                      <p:cBhvr override="childStyle">
                                        <p:cTn id="11" dur="indefinite"/>
                                        <p:tgtEl>
                                          <p:spTgt spid="5"/>
                                        </p:tgtEl>
                                        <p:attrNameLst>
                                          <p:attrName>style.fontWeight</p:attrName>
                                        </p:attrNameLst>
                                      </p:cBhvr>
                                      <p:to>
                                        <p:strVal val="bold"/>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447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8E27A74-0DFF-486A-B491-6609705228C2}"/>
              </a:ext>
            </a:extLst>
          </p:cNvPr>
          <p:cNvSpPr txBox="1"/>
          <p:nvPr/>
        </p:nvSpPr>
        <p:spPr>
          <a:xfrm>
            <a:off x="411798" y="236219"/>
            <a:ext cx="4500737" cy="2095501"/>
          </a:xfrm>
          <a:prstGeom prst="rect">
            <a:avLst/>
          </a:prstGeom>
        </p:spPr>
        <p:style>
          <a:lnRef idx="1">
            <a:schemeClr val="dk1"/>
          </a:lnRef>
          <a:fillRef idx="3">
            <a:schemeClr val="dk1"/>
          </a:fillRef>
          <a:effectRef idx="2">
            <a:schemeClr val="dk1"/>
          </a:effectRef>
          <a:fontRef idx="minor">
            <a:schemeClr val="lt1"/>
          </a:fontRef>
        </p:style>
        <p:txBody>
          <a:bodyPr vert="horz" lIns="91440" tIns="45720" rIns="91440" bIns="45720" rtlCol="0" anchor="ctr">
            <a:normAutofit/>
          </a:bodyPr>
          <a:lstStyle/>
          <a:p>
            <a:pPr>
              <a:lnSpc>
                <a:spcPct val="90000"/>
              </a:lnSpc>
              <a:spcBef>
                <a:spcPct val="0"/>
              </a:spcBef>
              <a:spcAft>
                <a:spcPts val="600"/>
              </a:spcAft>
            </a:pPr>
            <a:r>
              <a:rPr lang="en-US" sz="6600" b="1" kern="1200" cap="all" spc="120" baseline="0">
                <a:ln>
                  <a:solidFill>
                    <a:srgbClr val="1BDF2E"/>
                  </a:solidFill>
                </a:ln>
                <a:solidFill>
                  <a:schemeClr val="tx1"/>
                </a:solidFill>
                <a:effectLst>
                  <a:outerShdw blurRad="60007" dist="200025" dir="15000000" sy="30000" kx="-1800000" algn="bl" rotWithShape="0">
                    <a:prstClr val="black">
                      <a:alpha val="32000"/>
                    </a:prstClr>
                  </a:outerShdw>
                </a:effectLst>
                <a:latin typeface="+mj-lt"/>
                <a:ea typeface="+mj-ea"/>
                <a:cs typeface="+mj-cs"/>
              </a:rPr>
              <a:t>Abstract</a:t>
            </a:r>
          </a:p>
        </p:txBody>
      </p:sp>
      <p:sp>
        <p:nvSpPr>
          <p:cNvPr id="3" name="Content Placeholder 2">
            <a:extLst>
              <a:ext uri="{FF2B5EF4-FFF2-40B4-BE49-F238E27FC236}">
                <a16:creationId xmlns:a16="http://schemas.microsoft.com/office/drawing/2014/main" id="{41BD37FC-FEBA-A9B1-43E2-5D9546399047}"/>
              </a:ext>
            </a:extLst>
          </p:cNvPr>
          <p:cNvSpPr>
            <a:spLocks noGrp="1"/>
          </p:cNvSpPr>
          <p:nvPr>
            <p:ph idx="1"/>
          </p:nvPr>
        </p:nvSpPr>
        <p:spPr>
          <a:xfrm>
            <a:off x="372979" y="2331720"/>
            <a:ext cx="5519821" cy="4636769"/>
          </a:xfrm>
        </p:spPr>
        <p:txBody>
          <a:bodyPr vert="horz" lIns="91440" tIns="45720" rIns="91440" bIns="45720" rtlCol="0" anchor="t">
            <a:normAutofit/>
          </a:bodyPr>
          <a:lstStyle/>
          <a:p>
            <a:pPr marL="285750" indent="-285750" algn="just">
              <a:lnSpc>
                <a:spcPct val="91000"/>
              </a:lnSpc>
              <a:buFont typeface="Arial" panose="020B0604020202020204" pitchFamily="34" charset="0"/>
              <a:buChar char="•"/>
            </a:pPr>
            <a:r>
              <a:rPr lang="en-US" sz="1600" dirty="0">
                <a:effectLst/>
              </a:rPr>
              <a:t>This project explores the design and implementation of a smart home system that helps you in remotely access to the home appliances which is connected on a network. IOT (Internet of Things) gives access to your devices whenever and wherever you are in the world with an internet access. Assume that a physically challenged people who cannot move by his own or else people with busy schedule and forgets to turn off light, fan, etc. So, for people like them can now have their control over the home appliances remotely. Here we’ll be implementing the IOT based home automation system which helps in turn off/on lights, fan also according to the room temperature the fan will adjust the speed and gives alert if it senses any fire or smoke.  Utilizing an ESP32 microcontroller, sensors, and a mobile application platform, the system aims to enhance the comfort, security, and energy efficiency within the home. </a:t>
            </a:r>
          </a:p>
          <a:p>
            <a:pPr>
              <a:lnSpc>
                <a:spcPct val="91000"/>
              </a:lnSpc>
            </a:pPr>
            <a:endParaRPr lang="en-US" sz="1200" dirty="0"/>
          </a:p>
        </p:txBody>
      </p:sp>
      <p:pic>
        <p:nvPicPr>
          <p:cNvPr id="6" name="Picture 5" descr="Sphere of mesh and nodes">
            <a:extLst>
              <a:ext uri="{FF2B5EF4-FFF2-40B4-BE49-F238E27FC236}">
                <a16:creationId xmlns:a16="http://schemas.microsoft.com/office/drawing/2014/main" id="{D6A4B3BC-5939-9D88-8581-A5C6BD8C411E}"/>
              </a:ext>
            </a:extLst>
          </p:cNvPr>
          <p:cNvPicPr>
            <a:picLocks noChangeAspect="1"/>
          </p:cNvPicPr>
          <p:nvPr/>
        </p:nvPicPr>
        <p:blipFill rotWithShape="1">
          <a:blip r:embed="rId2"/>
          <a:srcRect l="32153" r="1164"/>
          <a:stretch/>
        </p:blipFill>
        <p:spPr>
          <a:xfrm>
            <a:off x="6094474" y="10"/>
            <a:ext cx="6097526" cy="6857990"/>
          </a:xfrm>
          <a:prstGeom prst="rect">
            <a:avLst/>
          </a:prstGeom>
        </p:spPr>
      </p:pic>
    </p:spTree>
    <p:extLst>
      <p:ext uri="{BB962C8B-B14F-4D97-AF65-F5344CB8AC3E}">
        <p14:creationId xmlns:p14="http://schemas.microsoft.com/office/powerpoint/2010/main" val="195297679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45B42B6-26F8-4E25-839B-FB38F13BE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621B8-5E12-04F3-4F2B-0F6A0F6B4344}"/>
              </a:ext>
            </a:extLst>
          </p:cNvPr>
          <p:cNvSpPr>
            <a:spLocks noGrp="1"/>
          </p:cNvSpPr>
          <p:nvPr>
            <p:ph type="title"/>
          </p:nvPr>
        </p:nvSpPr>
        <p:spPr>
          <a:xfrm>
            <a:off x="1010920" y="477521"/>
            <a:ext cx="10268712" cy="1700784"/>
          </a:xfrm>
        </p:spPr>
        <p:txBody>
          <a:bodyPr>
            <a:normAutofit/>
          </a:bodyPr>
          <a:lstStyle/>
          <a:p>
            <a:pPr algn="ctr"/>
            <a:r>
              <a:rPr lang="en-IN" dirty="0"/>
              <a:t>HARDWARE Used</a:t>
            </a:r>
          </a:p>
        </p:txBody>
      </p:sp>
      <p:graphicFrame>
        <p:nvGraphicFramePr>
          <p:cNvPr id="5" name="Content Placeholder 2">
            <a:extLst>
              <a:ext uri="{FF2B5EF4-FFF2-40B4-BE49-F238E27FC236}">
                <a16:creationId xmlns:a16="http://schemas.microsoft.com/office/drawing/2014/main" id="{33F48841-2DEB-68F5-82E0-9CD57F9E6823}"/>
              </a:ext>
            </a:extLst>
          </p:cNvPr>
          <p:cNvGraphicFramePr>
            <a:graphicFrameLocks noGrp="1"/>
          </p:cNvGraphicFramePr>
          <p:nvPr>
            <p:ph idx="1"/>
            <p:extLst>
              <p:ext uri="{D42A27DB-BD31-4B8C-83A1-F6EECF244321}">
                <p14:modId xmlns:p14="http://schemas.microsoft.com/office/powerpoint/2010/main" val="1792088661"/>
              </p:ext>
            </p:extLst>
          </p:nvPr>
        </p:nvGraphicFramePr>
        <p:xfrm>
          <a:off x="243840" y="2468880"/>
          <a:ext cx="11623040" cy="3911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085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CE468-03EE-B086-4878-B660CB0A5EDF}"/>
              </a:ext>
            </a:extLst>
          </p:cNvPr>
          <p:cNvSpPr>
            <a:spLocks noGrp="1"/>
          </p:cNvSpPr>
          <p:nvPr>
            <p:ph type="title"/>
          </p:nvPr>
        </p:nvSpPr>
        <p:spPr>
          <a:xfrm>
            <a:off x="960120" y="317814"/>
            <a:ext cx="10268712" cy="1700784"/>
          </a:xfrm>
        </p:spPr>
        <p:txBody>
          <a:bodyPr>
            <a:normAutofit/>
          </a:bodyPr>
          <a:lstStyle/>
          <a:p>
            <a:r>
              <a:rPr lang="en-IN" dirty="0"/>
              <a:t>software Used</a:t>
            </a:r>
            <a:endParaRPr lang="en-IN"/>
          </a:p>
        </p:txBody>
      </p:sp>
      <p:sp>
        <p:nvSpPr>
          <p:cNvPr id="21" name="Rectangle 20">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64989"/>
            <a:ext cx="7819644"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6ED115C-A140-2D6D-9190-7E5355D8D069}"/>
              </a:ext>
            </a:extLst>
          </p:cNvPr>
          <p:cNvSpPr>
            <a:spLocks noGrp="1"/>
          </p:cNvSpPr>
          <p:nvPr>
            <p:ph idx="1"/>
          </p:nvPr>
        </p:nvSpPr>
        <p:spPr>
          <a:xfrm>
            <a:off x="960120" y="2587625"/>
            <a:ext cx="6214533" cy="3317875"/>
          </a:xfrm>
        </p:spPr>
        <p:txBody>
          <a:bodyPr anchor="ctr">
            <a:normAutofit/>
          </a:bodyPr>
          <a:lstStyle/>
          <a:p>
            <a:pPr marL="457200" indent="-457200">
              <a:lnSpc>
                <a:spcPct val="91000"/>
              </a:lnSpc>
              <a:buFont typeface="Arial" panose="020B0604020202020204" pitchFamily="34" charset="0"/>
              <a:buChar char="•"/>
            </a:pPr>
            <a:r>
              <a:rPr lang="en-IN"/>
              <a:t>Flutter </a:t>
            </a:r>
          </a:p>
          <a:p>
            <a:pPr marL="457200" indent="-457200">
              <a:lnSpc>
                <a:spcPct val="91000"/>
              </a:lnSpc>
              <a:buFont typeface="Arial" panose="020B0604020202020204" pitchFamily="34" charset="0"/>
              <a:buChar char="•"/>
            </a:pPr>
            <a:r>
              <a:rPr lang="en-IN"/>
              <a:t>Firebase</a:t>
            </a:r>
          </a:p>
          <a:p>
            <a:pPr marL="457200" indent="-457200">
              <a:lnSpc>
                <a:spcPct val="91000"/>
              </a:lnSpc>
              <a:buFont typeface="Arial" panose="020B0604020202020204" pitchFamily="34" charset="0"/>
              <a:buChar char="•"/>
            </a:pPr>
            <a:r>
              <a:rPr lang="en-IN"/>
              <a:t>Arduino IDE</a:t>
            </a:r>
          </a:p>
          <a:p>
            <a:pPr marL="457200" indent="-457200">
              <a:lnSpc>
                <a:spcPct val="91000"/>
              </a:lnSpc>
              <a:buFont typeface="Arial" panose="020B0604020202020204" pitchFamily="34" charset="0"/>
              <a:buChar char="•"/>
            </a:pPr>
            <a:r>
              <a:rPr lang="en-IN" err="1"/>
              <a:t>Mosquitto</a:t>
            </a:r>
            <a:r>
              <a:rPr lang="en-IN"/>
              <a:t> MQTT </a:t>
            </a:r>
          </a:p>
          <a:p>
            <a:pPr marL="457200" indent="-457200">
              <a:lnSpc>
                <a:spcPct val="91000"/>
              </a:lnSpc>
              <a:buFont typeface="Arial" panose="020B0604020202020204" pitchFamily="34" charset="0"/>
              <a:buChar char="•"/>
            </a:pPr>
            <a:r>
              <a:rPr lang="en-IN"/>
              <a:t>YOLO v8(Pre-trained AI Model)</a:t>
            </a:r>
          </a:p>
          <a:p>
            <a:pPr marL="457200" indent="-457200">
              <a:lnSpc>
                <a:spcPct val="91000"/>
              </a:lnSpc>
              <a:buFont typeface="Arial" panose="020B0604020202020204" pitchFamily="34" charset="0"/>
              <a:buChar char="•"/>
            </a:pPr>
            <a:r>
              <a:rPr lang="en-IN" err="1"/>
              <a:t>Yawcam</a:t>
            </a:r>
            <a:endParaRPr lang="en-IN"/>
          </a:p>
          <a:p>
            <a:pPr marL="457200" indent="-457200">
              <a:lnSpc>
                <a:spcPct val="91000"/>
              </a:lnSpc>
              <a:buFont typeface="Arial" panose="020B0604020202020204" pitchFamily="34" charset="0"/>
              <a:buChar char="•"/>
            </a:pPr>
            <a:endParaRPr lang="en-IN"/>
          </a:p>
        </p:txBody>
      </p:sp>
      <p:pic>
        <p:nvPicPr>
          <p:cNvPr id="7" name="Graphic 6" descr="Programmer">
            <a:extLst>
              <a:ext uri="{FF2B5EF4-FFF2-40B4-BE49-F238E27FC236}">
                <a16:creationId xmlns:a16="http://schemas.microsoft.com/office/drawing/2014/main" id="{B8934AF3-1802-BD2C-B621-138FDD3D52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04276" y="2618954"/>
            <a:ext cx="3244257" cy="3244257"/>
          </a:xfrm>
          <a:prstGeom prst="rect">
            <a:avLst/>
          </a:prstGeom>
        </p:spPr>
      </p:pic>
    </p:spTree>
    <p:extLst>
      <p:ext uri="{BB962C8B-B14F-4D97-AF65-F5344CB8AC3E}">
        <p14:creationId xmlns:p14="http://schemas.microsoft.com/office/powerpoint/2010/main" val="80942673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BC377B7-18F1-42AD-A1DD-E1D6A5B27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diagram of a circuit board&#10;&#10;Description automatically generated">
            <a:extLst>
              <a:ext uri="{FF2B5EF4-FFF2-40B4-BE49-F238E27FC236}">
                <a16:creationId xmlns:a16="http://schemas.microsoft.com/office/drawing/2014/main" id="{B31ED02A-B547-9D27-AB97-1EDC048531C5}"/>
              </a:ext>
            </a:extLst>
          </p:cNvPr>
          <p:cNvPicPr>
            <a:picLocks noChangeAspect="1"/>
          </p:cNvPicPr>
          <p:nvPr/>
        </p:nvPicPr>
        <p:blipFill rotWithShape="1">
          <a:blip r:embed="rId2">
            <a:extLst>
              <a:ext uri="{28A0092B-C50C-407E-A947-70E740481C1C}">
                <a14:useLocalDpi xmlns:a14="http://schemas.microsoft.com/office/drawing/2010/main" val="0"/>
              </a:ext>
            </a:extLst>
          </a:blip>
          <a:srcRect t="14244" b="5111"/>
          <a:stretch/>
        </p:blipFill>
        <p:spPr>
          <a:xfrm>
            <a:off x="1026159" y="956444"/>
            <a:ext cx="10139680" cy="5675820"/>
          </a:xfrm>
          <a:prstGeom prst="rect">
            <a:avLst/>
          </a:prstGeom>
        </p:spPr>
      </p:pic>
      <p:sp>
        <p:nvSpPr>
          <p:cNvPr id="9" name="TextBox 8">
            <a:extLst>
              <a:ext uri="{FF2B5EF4-FFF2-40B4-BE49-F238E27FC236}">
                <a16:creationId xmlns:a16="http://schemas.microsoft.com/office/drawing/2014/main" id="{7BCE74FA-F691-1C47-457F-2915E4CF0F45}"/>
              </a:ext>
            </a:extLst>
          </p:cNvPr>
          <p:cNvSpPr txBox="1"/>
          <p:nvPr/>
        </p:nvSpPr>
        <p:spPr>
          <a:xfrm>
            <a:off x="121919" y="207342"/>
            <a:ext cx="3870961" cy="646331"/>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IN" dirty="0"/>
              <a:t>CIRCUIT   DIAGRAM</a:t>
            </a:r>
          </a:p>
          <a:p>
            <a:endParaRPr lang="en-IN" dirty="0"/>
          </a:p>
        </p:txBody>
      </p:sp>
    </p:spTree>
    <p:extLst>
      <p:ext uri="{BB962C8B-B14F-4D97-AF65-F5344CB8AC3E}">
        <p14:creationId xmlns:p14="http://schemas.microsoft.com/office/powerpoint/2010/main" val="2198595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45B42B6-26F8-4E25-839B-FB38F13BE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AB7E5-5299-4EB7-FAF3-248A08CD12B2}"/>
              </a:ext>
            </a:extLst>
          </p:cNvPr>
          <p:cNvSpPr>
            <a:spLocks noGrp="1"/>
          </p:cNvSpPr>
          <p:nvPr>
            <p:ph type="title"/>
          </p:nvPr>
        </p:nvSpPr>
        <p:spPr>
          <a:xfrm>
            <a:off x="960120" y="317814"/>
            <a:ext cx="10268712" cy="1700784"/>
          </a:xfrm>
        </p:spPr>
        <p:txBody>
          <a:bodyPr>
            <a:normAutofit/>
          </a:bodyPr>
          <a:lstStyle/>
          <a:p>
            <a:r>
              <a:rPr lang="en-IN" dirty="0"/>
              <a:t>Data Exchange</a:t>
            </a:r>
          </a:p>
        </p:txBody>
      </p:sp>
      <p:sp>
        <p:nvSpPr>
          <p:cNvPr id="4" name="Rectangle 3">
            <a:extLst>
              <a:ext uri="{FF2B5EF4-FFF2-40B4-BE49-F238E27FC236}">
                <a16:creationId xmlns:a16="http://schemas.microsoft.com/office/drawing/2014/main" id="{38C53831-ACF4-5A33-5908-14CDC48AB653}"/>
              </a:ext>
            </a:extLst>
          </p:cNvPr>
          <p:cNvSpPr/>
          <p:nvPr/>
        </p:nvSpPr>
        <p:spPr>
          <a:xfrm>
            <a:off x="960438" y="2920181"/>
            <a:ext cx="2077660" cy="3010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F206903-F105-C503-09DF-83D43EE7EB7A}"/>
              </a:ext>
            </a:extLst>
          </p:cNvPr>
          <p:cNvSpPr/>
          <p:nvPr/>
        </p:nvSpPr>
        <p:spPr>
          <a:xfrm>
            <a:off x="5129694" y="2920181"/>
            <a:ext cx="2077660" cy="3010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14FBA793-6C15-A325-688D-CAF8E4BD0F5A}"/>
              </a:ext>
            </a:extLst>
          </p:cNvPr>
          <p:cNvSpPr/>
          <p:nvPr/>
        </p:nvSpPr>
        <p:spPr>
          <a:xfrm>
            <a:off x="9150728" y="2925248"/>
            <a:ext cx="2077660" cy="3010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630886EE-F9B1-9052-A11D-44EF965121D3}"/>
              </a:ext>
            </a:extLst>
          </p:cNvPr>
          <p:cNvSpPr txBox="1"/>
          <p:nvPr/>
        </p:nvSpPr>
        <p:spPr>
          <a:xfrm>
            <a:off x="1541770" y="4148407"/>
            <a:ext cx="1029839" cy="368421"/>
          </a:xfrm>
          <a:prstGeom prst="rect">
            <a:avLst/>
          </a:prstGeom>
          <a:noFill/>
        </p:spPr>
        <p:txBody>
          <a:bodyPr wrap="square" rtlCol="0">
            <a:spAutoFit/>
          </a:bodyPr>
          <a:lstStyle/>
          <a:p>
            <a:pPr defTabSz="905256">
              <a:spcAft>
                <a:spcPts val="600"/>
              </a:spcAft>
            </a:pPr>
            <a:r>
              <a:rPr lang="en-IN" sz="1782" kern="1200" dirty="0">
                <a:solidFill>
                  <a:schemeClr val="tx1"/>
                </a:solidFill>
                <a:latin typeface="+mn-lt"/>
                <a:ea typeface="+mn-ea"/>
                <a:cs typeface="+mn-cs"/>
              </a:rPr>
              <a:t>ESP 32</a:t>
            </a:r>
            <a:endParaRPr lang="en-IN" dirty="0"/>
          </a:p>
        </p:txBody>
      </p:sp>
      <p:sp>
        <p:nvSpPr>
          <p:cNvPr id="8" name="TextBox 7">
            <a:extLst>
              <a:ext uri="{FF2B5EF4-FFF2-40B4-BE49-F238E27FC236}">
                <a16:creationId xmlns:a16="http://schemas.microsoft.com/office/drawing/2014/main" id="{89E0E825-CC2A-A9C7-3C23-48E7ED2C12EF}"/>
              </a:ext>
            </a:extLst>
          </p:cNvPr>
          <p:cNvSpPr txBox="1"/>
          <p:nvPr/>
        </p:nvSpPr>
        <p:spPr>
          <a:xfrm>
            <a:off x="5514434" y="3948231"/>
            <a:ext cx="1314271" cy="644736"/>
          </a:xfrm>
          <a:prstGeom prst="rect">
            <a:avLst/>
          </a:prstGeom>
          <a:noFill/>
        </p:spPr>
        <p:txBody>
          <a:bodyPr wrap="square" rtlCol="0">
            <a:spAutoFit/>
          </a:bodyPr>
          <a:lstStyle/>
          <a:p>
            <a:pPr defTabSz="905256">
              <a:spcAft>
                <a:spcPts val="600"/>
              </a:spcAft>
            </a:pPr>
            <a:r>
              <a:rPr lang="en-IN" sz="1782" kern="1200" dirty="0">
                <a:solidFill>
                  <a:schemeClr val="tx1"/>
                </a:solidFill>
                <a:latin typeface="+mn-lt"/>
                <a:ea typeface="+mn-ea"/>
                <a:cs typeface="+mn-cs"/>
              </a:rPr>
              <a:t>Firebase Database</a:t>
            </a:r>
            <a:endParaRPr lang="en-IN" dirty="0"/>
          </a:p>
        </p:txBody>
      </p:sp>
      <p:sp>
        <p:nvSpPr>
          <p:cNvPr id="9" name="TextBox 8">
            <a:extLst>
              <a:ext uri="{FF2B5EF4-FFF2-40B4-BE49-F238E27FC236}">
                <a16:creationId xmlns:a16="http://schemas.microsoft.com/office/drawing/2014/main" id="{A3FA531E-900E-2BA0-5670-F76BC49C9424}"/>
              </a:ext>
            </a:extLst>
          </p:cNvPr>
          <p:cNvSpPr txBox="1"/>
          <p:nvPr/>
        </p:nvSpPr>
        <p:spPr>
          <a:xfrm>
            <a:off x="9560589" y="4067791"/>
            <a:ext cx="1313564" cy="366575"/>
          </a:xfrm>
          <a:prstGeom prst="rect">
            <a:avLst/>
          </a:prstGeom>
          <a:noFill/>
        </p:spPr>
        <p:txBody>
          <a:bodyPr wrap="square" rtlCol="0">
            <a:spAutoFit/>
          </a:bodyPr>
          <a:lstStyle/>
          <a:p>
            <a:pPr defTabSz="905256">
              <a:spcAft>
                <a:spcPts val="600"/>
              </a:spcAft>
            </a:pPr>
            <a:r>
              <a:rPr lang="en-IN" sz="1782" kern="1200" dirty="0">
                <a:solidFill>
                  <a:schemeClr val="tx1"/>
                </a:solidFill>
                <a:latin typeface="+mn-lt"/>
                <a:ea typeface="+mn-ea"/>
                <a:cs typeface="+mn-cs"/>
              </a:rPr>
              <a:t>Flutter App</a:t>
            </a:r>
            <a:endParaRPr lang="en-IN" dirty="0"/>
          </a:p>
        </p:txBody>
      </p:sp>
      <p:cxnSp>
        <p:nvCxnSpPr>
          <p:cNvPr id="11" name="Straight Arrow Connector 10">
            <a:extLst>
              <a:ext uri="{FF2B5EF4-FFF2-40B4-BE49-F238E27FC236}">
                <a16:creationId xmlns:a16="http://schemas.microsoft.com/office/drawing/2014/main" id="{C62B4F52-7228-0B53-A9FA-A780C3E23A9A}"/>
              </a:ext>
            </a:extLst>
          </p:cNvPr>
          <p:cNvCxnSpPr>
            <a:cxnSpLocks/>
            <a:stCxn id="4" idx="3"/>
            <a:endCxn id="5" idx="1"/>
          </p:cNvCxnSpPr>
          <p:nvPr/>
        </p:nvCxnSpPr>
        <p:spPr>
          <a:xfrm>
            <a:off x="3038098" y="4425218"/>
            <a:ext cx="209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D334322-0697-F58A-7E18-9A09B625B32A}"/>
              </a:ext>
            </a:extLst>
          </p:cNvPr>
          <p:cNvCxnSpPr>
            <a:cxnSpLocks/>
          </p:cNvCxnSpPr>
          <p:nvPr/>
        </p:nvCxnSpPr>
        <p:spPr>
          <a:xfrm>
            <a:off x="7079401" y="4425218"/>
            <a:ext cx="209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5EFD0AF-BD03-6A45-8C49-18196E9B2B29}"/>
              </a:ext>
            </a:extLst>
          </p:cNvPr>
          <p:cNvCxnSpPr>
            <a:cxnSpLocks/>
          </p:cNvCxnSpPr>
          <p:nvPr/>
        </p:nvCxnSpPr>
        <p:spPr>
          <a:xfrm flipH="1">
            <a:off x="3038098" y="4241007"/>
            <a:ext cx="209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032F337-4049-3148-62E8-35DCC6EB46FB}"/>
              </a:ext>
            </a:extLst>
          </p:cNvPr>
          <p:cNvCxnSpPr>
            <a:cxnSpLocks/>
          </p:cNvCxnSpPr>
          <p:nvPr/>
        </p:nvCxnSpPr>
        <p:spPr>
          <a:xfrm flipH="1">
            <a:off x="7207355" y="4146507"/>
            <a:ext cx="19433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FFC985-A0AD-6ED1-F50F-AB5C345CEDE0}"/>
              </a:ext>
            </a:extLst>
          </p:cNvPr>
          <p:cNvSpPr txBox="1"/>
          <p:nvPr/>
        </p:nvSpPr>
        <p:spPr>
          <a:xfrm>
            <a:off x="3622492" y="3869578"/>
            <a:ext cx="729715" cy="368421"/>
          </a:xfrm>
          <a:prstGeom prst="rect">
            <a:avLst/>
          </a:prstGeom>
          <a:noFill/>
        </p:spPr>
        <p:txBody>
          <a:bodyPr wrap="square" rtlCol="0">
            <a:spAutoFit/>
          </a:bodyPr>
          <a:lstStyle/>
          <a:p>
            <a:pPr defTabSz="905256">
              <a:spcAft>
                <a:spcPts val="600"/>
              </a:spcAft>
            </a:pPr>
            <a:r>
              <a:rPr lang="en-IN" sz="1782" kern="1200">
                <a:solidFill>
                  <a:schemeClr val="tx1"/>
                </a:solidFill>
                <a:latin typeface="+mn-lt"/>
                <a:ea typeface="+mn-ea"/>
                <a:cs typeface="+mn-cs"/>
              </a:rPr>
              <a:t>Data</a:t>
            </a:r>
            <a:endParaRPr lang="en-IN"/>
          </a:p>
        </p:txBody>
      </p:sp>
      <p:sp>
        <p:nvSpPr>
          <p:cNvPr id="25" name="TextBox 24">
            <a:extLst>
              <a:ext uri="{FF2B5EF4-FFF2-40B4-BE49-F238E27FC236}">
                <a16:creationId xmlns:a16="http://schemas.microsoft.com/office/drawing/2014/main" id="{32779D71-F10F-4234-8CAC-E26361450FE9}"/>
              </a:ext>
            </a:extLst>
          </p:cNvPr>
          <p:cNvSpPr txBox="1"/>
          <p:nvPr/>
        </p:nvSpPr>
        <p:spPr>
          <a:xfrm>
            <a:off x="7764327" y="3754808"/>
            <a:ext cx="729715" cy="368421"/>
          </a:xfrm>
          <a:prstGeom prst="rect">
            <a:avLst/>
          </a:prstGeom>
          <a:noFill/>
        </p:spPr>
        <p:txBody>
          <a:bodyPr wrap="square" rtlCol="0">
            <a:spAutoFit/>
          </a:bodyPr>
          <a:lstStyle/>
          <a:p>
            <a:pPr defTabSz="905256">
              <a:spcAft>
                <a:spcPts val="600"/>
              </a:spcAft>
            </a:pPr>
            <a:r>
              <a:rPr lang="en-IN" sz="1782" kern="1200">
                <a:solidFill>
                  <a:schemeClr val="tx1"/>
                </a:solidFill>
                <a:latin typeface="+mn-lt"/>
                <a:ea typeface="+mn-ea"/>
                <a:cs typeface="+mn-cs"/>
              </a:rPr>
              <a:t>Data</a:t>
            </a:r>
            <a:endParaRPr lang="en-IN"/>
          </a:p>
        </p:txBody>
      </p:sp>
      <p:pic>
        <p:nvPicPr>
          <p:cNvPr id="27" name="Graphic 26" descr="Database with solid fill">
            <a:extLst>
              <a:ext uri="{FF2B5EF4-FFF2-40B4-BE49-F238E27FC236}">
                <a16:creationId xmlns:a16="http://schemas.microsoft.com/office/drawing/2014/main" id="{B8FF4E14-3642-8813-F97C-40A294609D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60426" y="4773264"/>
            <a:ext cx="914400" cy="914400"/>
          </a:xfrm>
          <a:prstGeom prst="rect">
            <a:avLst/>
          </a:prstGeom>
        </p:spPr>
      </p:pic>
      <p:pic>
        <p:nvPicPr>
          <p:cNvPr id="29" name="Graphic 28" descr="Smart Phone with solid fill">
            <a:extLst>
              <a:ext uri="{FF2B5EF4-FFF2-40B4-BE49-F238E27FC236}">
                <a16:creationId xmlns:a16="http://schemas.microsoft.com/office/drawing/2014/main" id="{13442935-2A37-BBCA-C5B0-77157C704CB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32358" y="4717270"/>
            <a:ext cx="914400" cy="914400"/>
          </a:xfrm>
          <a:prstGeom prst="rect">
            <a:avLst/>
          </a:prstGeom>
        </p:spPr>
      </p:pic>
      <p:pic>
        <p:nvPicPr>
          <p:cNvPr id="33" name="Graphic 32" descr="Computer outline">
            <a:extLst>
              <a:ext uri="{FF2B5EF4-FFF2-40B4-BE49-F238E27FC236}">
                <a16:creationId xmlns:a16="http://schemas.microsoft.com/office/drawing/2014/main" id="{B4D77EB1-257C-4799-D559-AE4DDFE56C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64601" y="2178898"/>
            <a:ext cx="914400" cy="914400"/>
          </a:xfrm>
          <a:prstGeom prst="rect">
            <a:avLst/>
          </a:prstGeom>
        </p:spPr>
      </p:pic>
      <p:pic>
        <p:nvPicPr>
          <p:cNvPr id="36" name="Graphic 35" descr="Processor with solid fill">
            <a:extLst>
              <a:ext uri="{FF2B5EF4-FFF2-40B4-BE49-F238E27FC236}">
                <a16:creationId xmlns:a16="http://schemas.microsoft.com/office/drawing/2014/main" id="{208CD037-3659-D77F-A4D1-0DB9B9960F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87667" y="4719574"/>
            <a:ext cx="914400" cy="914400"/>
          </a:xfrm>
          <a:prstGeom prst="rect">
            <a:avLst/>
          </a:prstGeom>
        </p:spPr>
      </p:pic>
    </p:spTree>
    <p:extLst>
      <p:ext uri="{BB962C8B-B14F-4D97-AF65-F5344CB8AC3E}">
        <p14:creationId xmlns:p14="http://schemas.microsoft.com/office/powerpoint/2010/main" val="2933171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C4862-BF8C-6A22-EBB3-0B87CA17F955}"/>
              </a:ext>
            </a:extLst>
          </p:cNvPr>
          <p:cNvSpPr>
            <a:spLocks noGrp="1"/>
          </p:cNvSpPr>
          <p:nvPr>
            <p:ph type="title"/>
          </p:nvPr>
        </p:nvSpPr>
        <p:spPr/>
        <p:txBody>
          <a:bodyPr/>
          <a:lstStyle/>
          <a:p>
            <a:r>
              <a:rPr lang="en-IN" dirty="0"/>
              <a:t>AI Data Exchange</a:t>
            </a:r>
          </a:p>
        </p:txBody>
      </p:sp>
      <p:pic>
        <p:nvPicPr>
          <p:cNvPr id="1026" name="Picture 2" descr="GitHub - eclipse/mosquitto: Eclipse Mosquitto - An open source MQTT broker">
            <a:extLst>
              <a:ext uri="{FF2B5EF4-FFF2-40B4-BE49-F238E27FC236}">
                <a16:creationId xmlns:a16="http://schemas.microsoft.com/office/drawing/2014/main" id="{94060B2C-AADA-FB77-B1BA-4F660A6B0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984" y="3778047"/>
            <a:ext cx="2629142" cy="1275735"/>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descr="Web cam with solid fill">
            <a:extLst>
              <a:ext uri="{FF2B5EF4-FFF2-40B4-BE49-F238E27FC236}">
                <a16:creationId xmlns:a16="http://schemas.microsoft.com/office/drawing/2014/main" id="{64364B31-64F2-1951-B4A7-1BDC5F3999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17978" y="2922639"/>
            <a:ext cx="914400" cy="914400"/>
          </a:xfrm>
          <a:prstGeom prst="rect">
            <a:avLst/>
          </a:prstGeom>
        </p:spPr>
      </p:pic>
      <p:pic>
        <p:nvPicPr>
          <p:cNvPr id="11" name="Graphic 10" descr="Illustrator with solid fill">
            <a:extLst>
              <a:ext uri="{FF2B5EF4-FFF2-40B4-BE49-F238E27FC236}">
                <a16:creationId xmlns:a16="http://schemas.microsoft.com/office/drawing/2014/main" id="{E3275D6C-D851-BA22-7143-B18BBED52D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57308" y="4948089"/>
            <a:ext cx="914400" cy="914400"/>
          </a:xfrm>
          <a:prstGeom prst="rect">
            <a:avLst/>
          </a:prstGeom>
        </p:spPr>
      </p:pic>
      <p:pic>
        <p:nvPicPr>
          <p:cNvPr id="1028" name="Picture 4" descr="How to choose a microcontroller for your task: the pros and cons of various  MCUs | 2Smart">
            <a:extLst>
              <a:ext uri="{FF2B5EF4-FFF2-40B4-BE49-F238E27FC236}">
                <a16:creationId xmlns:a16="http://schemas.microsoft.com/office/drawing/2014/main" id="{E2E7D451-012B-58AD-CB10-E6C6BB651A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16038" y="3449995"/>
            <a:ext cx="3333136" cy="1899887"/>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13B5F8AE-E809-E65F-4CDE-8D8AD37810C7}"/>
              </a:ext>
            </a:extLst>
          </p:cNvPr>
          <p:cNvCxnSpPr>
            <a:cxnSpLocks/>
          </p:cNvCxnSpPr>
          <p:nvPr/>
        </p:nvCxnSpPr>
        <p:spPr>
          <a:xfrm>
            <a:off x="9186284" y="3837039"/>
            <a:ext cx="0" cy="111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F07CDF9-BC13-0EB5-415D-782D9049EC90}"/>
              </a:ext>
            </a:extLst>
          </p:cNvPr>
          <p:cNvCxnSpPr>
            <a:cxnSpLocks/>
            <a:endCxn id="1028" idx="0"/>
          </p:cNvCxnSpPr>
          <p:nvPr/>
        </p:nvCxnSpPr>
        <p:spPr>
          <a:xfrm flipH="1" flipV="1">
            <a:off x="3232550" y="4399939"/>
            <a:ext cx="1899888" cy="15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F942D54-A43F-64F6-A860-5409DB0C6D53}"/>
              </a:ext>
            </a:extLst>
          </p:cNvPr>
          <p:cNvCxnSpPr>
            <a:cxnSpLocks/>
            <a:stCxn id="11" idx="1"/>
          </p:cNvCxnSpPr>
          <p:nvPr/>
        </p:nvCxnSpPr>
        <p:spPr>
          <a:xfrm flipH="1" flipV="1">
            <a:off x="6862916" y="4399939"/>
            <a:ext cx="1794392" cy="1005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3E8A688-9853-3DF8-3B13-00D32C02F64E}"/>
              </a:ext>
            </a:extLst>
          </p:cNvPr>
          <p:cNvSpPr txBox="1"/>
          <p:nvPr/>
        </p:nvSpPr>
        <p:spPr>
          <a:xfrm>
            <a:off x="9488133" y="3195485"/>
            <a:ext cx="1160206" cy="369332"/>
          </a:xfrm>
          <a:prstGeom prst="rect">
            <a:avLst/>
          </a:prstGeom>
          <a:noFill/>
        </p:spPr>
        <p:txBody>
          <a:bodyPr wrap="square" rtlCol="0">
            <a:spAutoFit/>
          </a:bodyPr>
          <a:lstStyle/>
          <a:p>
            <a:r>
              <a:rPr lang="en-IN" dirty="0"/>
              <a:t>WEB CAM</a:t>
            </a:r>
          </a:p>
        </p:txBody>
      </p:sp>
      <p:sp>
        <p:nvSpPr>
          <p:cNvPr id="24" name="TextBox 23">
            <a:extLst>
              <a:ext uri="{FF2B5EF4-FFF2-40B4-BE49-F238E27FC236}">
                <a16:creationId xmlns:a16="http://schemas.microsoft.com/office/drawing/2014/main" id="{418C793A-74D3-8E16-67EB-D2F85D14D4F0}"/>
              </a:ext>
            </a:extLst>
          </p:cNvPr>
          <p:cNvSpPr txBox="1"/>
          <p:nvPr/>
        </p:nvSpPr>
        <p:spPr>
          <a:xfrm>
            <a:off x="5279923" y="5525729"/>
            <a:ext cx="1484671" cy="369332"/>
          </a:xfrm>
          <a:prstGeom prst="rect">
            <a:avLst/>
          </a:prstGeom>
          <a:noFill/>
        </p:spPr>
        <p:txBody>
          <a:bodyPr wrap="square" rtlCol="0">
            <a:spAutoFit/>
          </a:bodyPr>
          <a:lstStyle/>
          <a:p>
            <a:r>
              <a:rPr lang="en-IN" dirty="0"/>
              <a:t>MQTT Broker</a:t>
            </a:r>
          </a:p>
        </p:txBody>
      </p:sp>
      <p:sp>
        <p:nvSpPr>
          <p:cNvPr id="25" name="TextBox 24">
            <a:extLst>
              <a:ext uri="{FF2B5EF4-FFF2-40B4-BE49-F238E27FC236}">
                <a16:creationId xmlns:a16="http://schemas.microsoft.com/office/drawing/2014/main" id="{4B37BAD0-CEBA-6BBE-996C-4118CE5628C1}"/>
              </a:ext>
            </a:extLst>
          </p:cNvPr>
          <p:cNvSpPr txBox="1"/>
          <p:nvPr/>
        </p:nvSpPr>
        <p:spPr>
          <a:xfrm>
            <a:off x="1465009" y="6086167"/>
            <a:ext cx="1779637" cy="369332"/>
          </a:xfrm>
          <a:prstGeom prst="rect">
            <a:avLst/>
          </a:prstGeom>
          <a:noFill/>
        </p:spPr>
        <p:txBody>
          <a:bodyPr wrap="square" rtlCol="0">
            <a:spAutoFit/>
          </a:bodyPr>
          <a:lstStyle/>
          <a:p>
            <a:r>
              <a:rPr lang="en-IN" dirty="0"/>
              <a:t>Micro controller</a:t>
            </a:r>
          </a:p>
        </p:txBody>
      </p:sp>
      <p:sp>
        <p:nvSpPr>
          <p:cNvPr id="26" name="TextBox 25">
            <a:extLst>
              <a:ext uri="{FF2B5EF4-FFF2-40B4-BE49-F238E27FC236}">
                <a16:creationId xmlns:a16="http://schemas.microsoft.com/office/drawing/2014/main" id="{A09B1735-2670-AA56-C1EE-78CFAEBFB0F5}"/>
              </a:ext>
            </a:extLst>
          </p:cNvPr>
          <p:cNvSpPr txBox="1"/>
          <p:nvPr/>
        </p:nvSpPr>
        <p:spPr>
          <a:xfrm>
            <a:off x="9665109" y="5156397"/>
            <a:ext cx="1160206" cy="369332"/>
          </a:xfrm>
          <a:prstGeom prst="rect">
            <a:avLst/>
          </a:prstGeom>
          <a:noFill/>
        </p:spPr>
        <p:txBody>
          <a:bodyPr wrap="square" rtlCol="0">
            <a:spAutoFit/>
          </a:bodyPr>
          <a:lstStyle/>
          <a:p>
            <a:r>
              <a:rPr lang="en-IN" dirty="0"/>
              <a:t>Server</a:t>
            </a:r>
          </a:p>
        </p:txBody>
      </p:sp>
      <p:cxnSp>
        <p:nvCxnSpPr>
          <p:cNvPr id="28" name="Straight Arrow Connector 27">
            <a:extLst>
              <a:ext uri="{FF2B5EF4-FFF2-40B4-BE49-F238E27FC236}">
                <a16:creationId xmlns:a16="http://schemas.microsoft.com/office/drawing/2014/main" id="{2C129B8F-EB37-231C-3954-32B184F8A31E}"/>
              </a:ext>
            </a:extLst>
          </p:cNvPr>
          <p:cNvCxnSpPr/>
          <p:nvPr/>
        </p:nvCxnSpPr>
        <p:spPr>
          <a:xfrm>
            <a:off x="3244646" y="4689987"/>
            <a:ext cx="1907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A707BA7-CAFD-B820-7E32-6126026B6FAB}"/>
              </a:ext>
            </a:extLst>
          </p:cNvPr>
          <p:cNvCxnSpPr>
            <a:cxnSpLocks/>
          </p:cNvCxnSpPr>
          <p:nvPr/>
        </p:nvCxnSpPr>
        <p:spPr>
          <a:xfrm flipV="1">
            <a:off x="8969612" y="3841621"/>
            <a:ext cx="7566" cy="1096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DD84D5F-0DBE-53CD-38BD-F0B2F395BDA8}"/>
              </a:ext>
            </a:extLst>
          </p:cNvPr>
          <p:cNvSpPr txBox="1"/>
          <p:nvPr/>
        </p:nvSpPr>
        <p:spPr>
          <a:xfrm rot="16200000">
            <a:off x="8096521" y="4108237"/>
            <a:ext cx="1158142" cy="369332"/>
          </a:xfrm>
          <a:prstGeom prst="rect">
            <a:avLst/>
          </a:prstGeom>
          <a:noFill/>
        </p:spPr>
        <p:txBody>
          <a:bodyPr wrap="square" rtlCol="0">
            <a:spAutoFit/>
          </a:bodyPr>
          <a:lstStyle/>
          <a:p>
            <a:r>
              <a:rPr lang="en-IN" dirty="0"/>
              <a:t>Request</a:t>
            </a:r>
          </a:p>
        </p:txBody>
      </p:sp>
      <p:sp>
        <p:nvSpPr>
          <p:cNvPr id="36" name="TextBox 35">
            <a:extLst>
              <a:ext uri="{FF2B5EF4-FFF2-40B4-BE49-F238E27FC236}">
                <a16:creationId xmlns:a16="http://schemas.microsoft.com/office/drawing/2014/main" id="{507087EA-D106-41B3-16F8-99DEC9A55323}"/>
              </a:ext>
            </a:extLst>
          </p:cNvPr>
          <p:cNvSpPr txBox="1"/>
          <p:nvPr/>
        </p:nvSpPr>
        <p:spPr>
          <a:xfrm rot="5400000">
            <a:off x="9074550" y="4224758"/>
            <a:ext cx="844580" cy="369332"/>
          </a:xfrm>
          <a:prstGeom prst="rect">
            <a:avLst/>
          </a:prstGeom>
          <a:noFill/>
        </p:spPr>
        <p:txBody>
          <a:bodyPr wrap="square" rtlCol="0">
            <a:spAutoFit/>
          </a:bodyPr>
          <a:lstStyle/>
          <a:p>
            <a:r>
              <a:rPr lang="en-IN" dirty="0"/>
              <a:t>Reply</a:t>
            </a:r>
          </a:p>
        </p:txBody>
      </p:sp>
      <p:sp>
        <p:nvSpPr>
          <p:cNvPr id="37" name="TextBox 36">
            <a:extLst>
              <a:ext uri="{FF2B5EF4-FFF2-40B4-BE49-F238E27FC236}">
                <a16:creationId xmlns:a16="http://schemas.microsoft.com/office/drawing/2014/main" id="{6911F55E-CC4F-7B05-E991-F7BB3741FBF1}"/>
              </a:ext>
            </a:extLst>
          </p:cNvPr>
          <p:cNvSpPr txBox="1"/>
          <p:nvPr/>
        </p:nvSpPr>
        <p:spPr>
          <a:xfrm>
            <a:off x="3595897" y="4769917"/>
            <a:ext cx="1158142" cy="369332"/>
          </a:xfrm>
          <a:prstGeom prst="rect">
            <a:avLst/>
          </a:prstGeom>
          <a:noFill/>
        </p:spPr>
        <p:txBody>
          <a:bodyPr wrap="square" rtlCol="0">
            <a:spAutoFit/>
          </a:bodyPr>
          <a:lstStyle/>
          <a:p>
            <a:r>
              <a:rPr lang="en-IN" dirty="0"/>
              <a:t>Request</a:t>
            </a:r>
          </a:p>
        </p:txBody>
      </p:sp>
      <p:sp>
        <p:nvSpPr>
          <p:cNvPr id="38" name="TextBox 37">
            <a:extLst>
              <a:ext uri="{FF2B5EF4-FFF2-40B4-BE49-F238E27FC236}">
                <a16:creationId xmlns:a16="http://schemas.microsoft.com/office/drawing/2014/main" id="{A04F057C-AFA6-6139-C0E8-A8D863DD8849}"/>
              </a:ext>
            </a:extLst>
          </p:cNvPr>
          <p:cNvSpPr txBox="1"/>
          <p:nvPr/>
        </p:nvSpPr>
        <p:spPr>
          <a:xfrm>
            <a:off x="3675896" y="3922827"/>
            <a:ext cx="844580" cy="369332"/>
          </a:xfrm>
          <a:prstGeom prst="rect">
            <a:avLst/>
          </a:prstGeom>
          <a:noFill/>
        </p:spPr>
        <p:txBody>
          <a:bodyPr wrap="square" rtlCol="0">
            <a:spAutoFit/>
          </a:bodyPr>
          <a:lstStyle/>
          <a:p>
            <a:r>
              <a:rPr lang="en-IN" dirty="0"/>
              <a:t>Reply</a:t>
            </a:r>
          </a:p>
        </p:txBody>
      </p:sp>
      <p:sp>
        <p:nvSpPr>
          <p:cNvPr id="39" name="TextBox 38">
            <a:extLst>
              <a:ext uri="{FF2B5EF4-FFF2-40B4-BE49-F238E27FC236}">
                <a16:creationId xmlns:a16="http://schemas.microsoft.com/office/drawing/2014/main" id="{73A1683F-8025-0304-7235-58FB2F725D11}"/>
              </a:ext>
            </a:extLst>
          </p:cNvPr>
          <p:cNvSpPr txBox="1"/>
          <p:nvPr/>
        </p:nvSpPr>
        <p:spPr>
          <a:xfrm>
            <a:off x="7407798" y="5019057"/>
            <a:ext cx="694481" cy="369332"/>
          </a:xfrm>
          <a:prstGeom prst="rect">
            <a:avLst/>
          </a:prstGeom>
          <a:noFill/>
        </p:spPr>
        <p:txBody>
          <a:bodyPr wrap="square" rtlCol="0">
            <a:spAutoFit/>
          </a:bodyPr>
          <a:lstStyle/>
          <a:p>
            <a:r>
              <a:rPr lang="en-IN" dirty="0"/>
              <a:t>0,1</a:t>
            </a:r>
          </a:p>
        </p:txBody>
      </p:sp>
    </p:spTree>
    <p:extLst>
      <p:ext uri="{BB962C8B-B14F-4D97-AF65-F5344CB8AC3E}">
        <p14:creationId xmlns:p14="http://schemas.microsoft.com/office/powerpoint/2010/main" val="602055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BC377B7-18F1-42AD-A1DD-E1D6A5B27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31.06 YOLO - Head-EN - Deep Learning Bible - 4. Object Detection - Eng.">
            <a:extLst>
              <a:ext uri="{FF2B5EF4-FFF2-40B4-BE49-F238E27FC236}">
                <a16:creationId xmlns:a16="http://schemas.microsoft.com/office/drawing/2014/main" id="{20DD9FDC-EBCC-9C70-CE70-6F50CB0353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893572"/>
            <a:ext cx="10905066" cy="5070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84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6BC377B7-18F1-42AD-A1DD-E1D6A5B27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Thank You Digital Images – Browse 13,258 Stock Photos, Vectors, and Video |  Adobe Stock">
            <a:extLst>
              <a:ext uri="{FF2B5EF4-FFF2-40B4-BE49-F238E27FC236}">
                <a16:creationId xmlns:a16="http://schemas.microsoft.com/office/drawing/2014/main" id="{1C6800FB-73F0-8649-4F5F-FD44F54CF79B}"/>
              </a:ext>
            </a:extLst>
          </p:cNvPr>
          <p:cNvPicPr>
            <a:picLocks noChangeAspect="1" noChangeArrowheads="1"/>
          </p:cNvPicPr>
          <p:nvPr/>
        </p:nvPicPr>
        <p:blipFill rotWithShape="1">
          <a:blip r:embed="rId2">
            <a:duotone>
              <a:prstClr val="black"/>
              <a:prstClr val="white"/>
            </a:duotone>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493584"/>
      </p:ext>
    </p:extLst>
  </p:cSld>
  <p:clrMapOvr>
    <a:masterClrMapping/>
  </p:clrMapOvr>
</p:sld>
</file>

<file path=ppt/theme/theme1.xml><?xml version="1.0" encoding="utf-8"?>
<a:theme xmlns:a="http://schemas.openxmlformats.org/drawingml/2006/main" name="JuxtaposeVTI">
  <a:themeElements>
    <a:clrScheme name="Juxtapose">
      <a:dk1>
        <a:sysClr val="windowText" lastClr="000000"/>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Custom 167">
      <a:majorFont>
        <a:latin typeface="Franklin Gothic Demi Cond"/>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FBDCC3B4-6EA8-442A-B697-43C068E31FE3}" vid="{090F2E09-E4E2-4F71-A70E-279F5A0D9E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5B5502B-E039-4EB7-A984-ABE84143A077}">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498</TotalTime>
  <Words>272</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Franklin Gothic Demi Cond</vt:lpstr>
      <vt:lpstr>Franklin Gothic Medium</vt:lpstr>
      <vt:lpstr>Wingdings</vt:lpstr>
      <vt:lpstr>JuxtaposeVTI</vt:lpstr>
      <vt:lpstr>IOT BASED HOME AUTOMATION</vt:lpstr>
      <vt:lpstr>PowerPoint Presentation</vt:lpstr>
      <vt:lpstr>HARDWARE Used</vt:lpstr>
      <vt:lpstr>software Used</vt:lpstr>
      <vt:lpstr>PowerPoint Presentation</vt:lpstr>
      <vt:lpstr>Data Exchange</vt:lpstr>
      <vt:lpstr>AI Data Exchange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HOME AUTOMATION</dc:title>
  <dc:creator>Vivekananthan</dc:creator>
  <cp:lastModifiedBy>Vivekananthan</cp:lastModifiedBy>
  <cp:revision>3</cp:revision>
  <dcterms:created xsi:type="dcterms:W3CDTF">2024-04-23T03:32:58Z</dcterms:created>
  <dcterms:modified xsi:type="dcterms:W3CDTF">2024-04-23T11:51:13Z</dcterms:modified>
</cp:coreProperties>
</file>